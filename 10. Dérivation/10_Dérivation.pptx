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vml" ContentType="application/vnd.openxmlformats-officedocument.vmlDrawing"/>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 id="2147483661" r:id="rId2"/>
    <p:sldMasterId id="2147483674" r:id="rId3"/>
  </p:sldMasterIdLst>
  <p:notesMasterIdLst>
    <p:notesMasterId r:id="rId22"/>
  </p:notesMasterIdLst>
  <p:sldIdLst>
    <p:sldId id="256" r:id="rId4"/>
    <p:sldId id="343" r:id="rId5"/>
    <p:sldId id="376" r:id="rId6"/>
    <p:sldId id="377" r:id="rId7"/>
    <p:sldId id="378" r:id="rId8"/>
    <p:sldId id="379" r:id="rId9"/>
    <p:sldId id="380" r:id="rId10"/>
    <p:sldId id="381" r:id="rId11"/>
    <p:sldId id="382" r:id="rId12"/>
    <p:sldId id="383" r:id="rId13"/>
    <p:sldId id="384" r:id="rId14"/>
    <p:sldId id="385" r:id="rId15"/>
    <p:sldId id="386" r:id="rId16"/>
    <p:sldId id="387" r:id="rId17"/>
    <p:sldId id="388" r:id="rId18"/>
    <p:sldId id="389" r:id="rId19"/>
    <p:sldId id="390" r:id="rId20"/>
    <p:sldId id="281" r:id="rId21"/>
  </p:sldIdLst>
  <p:sldSz cx="9144000" cy="6858000" type="screen4x3"/>
  <p:notesSz cx="7559675" cy="10691813"/>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F1AB2-1976-4502-BF36-3FF5EA218861}" styleName="Style moyen 4 - Accentuation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2" autoAdjust="0"/>
    <p:restoredTop sz="94712" autoAdjust="0"/>
  </p:normalViewPr>
  <p:slideViewPr>
    <p:cSldViewPr snapToGrid="0">
      <p:cViewPr varScale="1">
        <p:scale>
          <a:sx n="156" d="100"/>
          <a:sy n="156" d="100"/>
        </p:scale>
        <p:origin x="1944" y="150"/>
      </p:cViewPr>
      <p:guideLst/>
    </p:cSldViewPr>
  </p:slideViewPr>
  <p:outlineViewPr>
    <p:cViewPr>
      <p:scale>
        <a:sx n="33" d="100"/>
        <a:sy n="33" d="100"/>
      </p:scale>
      <p:origin x="0" y="-396"/>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tableStyles" Target="tableStyles.xml"/><Relationship Id="rId3" Type="http://schemas.openxmlformats.org/officeDocument/2006/relationships/slideMaster" Target="slideMasters/slideMaster3.xml"/><Relationship Id="rId21" Type="http://schemas.openxmlformats.org/officeDocument/2006/relationships/slide" Target="slides/slide18.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viewProps" Target="viewProp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presProps" Target="presProps.xml"/><Relationship Id="rId10" Type="http://schemas.openxmlformats.org/officeDocument/2006/relationships/slide" Target="slides/slide7.xml"/><Relationship Id="rId19" Type="http://schemas.openxmlformats.org/officeDocument/2006/relationships/slide" Target="slides/slide16.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3" Type="http://schemas.openxmlformats.org/officeDocument/2006/relationships/oleObject" Target="Classeur1"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fr-FR"/>
              <a:t>Fonction polynomiale et sa tangeante </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fr-FR"/>
        </a:p>
      </c:txPr>
    </c:title>
    <c:autoTitleDeleted val="0"/>
    <c:plotArea>
      <c:layout>
        <c:manualLayout>
          <c:layoutTarget val="inner"/>
          <c:xMode val="edge"/>
          <c:yMode val="edge"/>
          <c:x val="0.13791984143771091"/>
          <c:y val="0.25726736460028704"/>
          <c:w val="0.82616025904127077"/>
          <c:h val="0.72254069521680908"/>
        </c:manualLayout>
      </c:layout>
      <c:scatterChart>
        <c:scatterStyle val="lineMarker"/>
        <c:varyColors val="0"/>
        <c:ser>
          <c:idx val="0"/>
          <c:order val="0"/>
          <c:tx>
            <c:strRef>
              <c:f>Feuil1!$B$1</c:f>
              <c:strCache>
                <c:ptCount val="1"/>
                <c:pt idx="0">
                  <c:v>f(x)</c:v>
                </c:pt>
              </c:strCache>
            </c:strRef>
          </c:tx>
          <c:spPr>
            <a:ln w="38100" cap="rnd">
              <a:noFill/>
              <a:round/>
            </a:ln>
            <a:effectLst/>
          </c:spPr>
          <c:marker>
            <c:symbol val="circle"/>
            <c:size val="5"/>
            <c:spPr>
              <a:solidFill>
                <a:schemeClr val="accent1"/>
              </a:solidFill>
              <a:ln w="9525">
                <a:solidFill>
                  <a:schemeClr val="accent1"/>
                </a:solidFill>
              </a:ln>
              <a:effectLst/>
            </c:spPr>
          </c:marker>
          <c:xVal>
            <c:numRef>
              <c:f>Feuil1!$A$2:$A$52</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xVal>
          <c:yVal>
            <c:numRef>
              <c:f>Feuil1!$B$2:$B$52</c:f>
              <c:numCache>
                <c:formatCode>General</c:formatCode>
                <c:ptCount val="51"/>
                <c:pt idx="0">
                  <c:v>4</c:v>
                </c:pt>
                <c:pt idx="1">
                  <c:v>0</c:v>
                </c:pt>
                <c:pt idx="2">
                  <c:v>2</c:v>
                </c:pt>
                <c:pt idx="3">
                  <c:v>10</c:v>
                </c:pt>
                <c:pt idx="4">
                  <c:v>24</c:v>
                </c:pt>
                <c:pt idx="5">
                  <c:v>44</c:v>
                </c:pt>
                <c:pt idx="6">
                  <c:v>70</c:v>
                </c:pt>
                <c:pt idx="7">
                  <c:v>102</c:v>
                </c:pt>
                <c:pt idx="8">
                  <c:v>140</c:v>
                </c:pt>
                <c:pt idx="9">
                  <c:v>184</c:v>
                </c:pt>
                <c:pt idx="10">
                  <c:v>234</c:v>
                </c:pt>
                <c:pt idx="11">
                  <c:v>290</c:v>
                </c:pt>
                <c:pt idx="12">
                  <c:v>352</c:v>
                </c:pt>
                <c:pt idx="13">
                  <c:v>420</c:v>
                </c:pt>
                <c:pt idx="14">
                  <c:v>494</c:v>
                </c:pt>
                <c:pt idx="15">
                  <c:v>574</c:v>
                </c:pt>
                <c:pt idx="16">
                  <c:v>660</c:v>
                </c:pt>
                <c:pt idx="17">
                  <c:v>752</c:v>
                </c:pt>
                <c:pt idx="18">
                  <c:v>850</c:v>
                </c:pt>
                <c:pt idx="19">
                  <c:v>954</c:v>
                </c:pt>
                <c:pt idx="20">
                  <c:v>1064</c:v>
                </c:pt>
                <c:pt idx="21">
                  <c:v>1180</c:v>
                </c:pt>
                <c:pt idx="22">
                  <c:v>1302</c:v>
                </c:pt>
                <c:pt idx="23">
                  <c:v>1430</c:v>
                </c:pt>
                <c:pt idx="24">
                  <c:v>1564</c:v>
                </c:pt>
                <c:pt idx="25">
                  <c:v>1704</c:v>
                </c:pt>
                <c:pt idx="26">
                  <c:v>1850</c:v>
                </c:pt>
                <c:pt idx="27">
                  <c:v>2002</c:v>
                </c:pt>
                <c:pt idx="28">
                  <c:v>2160</c:v>
                </c:pt>
                <c:pt idx="29">
                  <c:v>2324</c:v>
                </c:pt>
                <c:pt idx="30">
                  <c:v>2494</c:v>
                </c:pt>
                <c:pt idx="31">
                  <c:v>2670</c:v>
                </c:pt>
                <c:pt idx="32">
                  <c:v>2852</c:v>
                </c:pt>
                <c:pt idx="33">
                  <c:v>3040</c:v>
                </c:pt>
                <c:pt idx="34">
                  <c:v>3234</c:v>
                </c:pt>
                <c:pt idx="35">
                  <c:v>3434</c:v>
                </c:pt>
                <c:pt idx="36">
                  <c:v>3640</c:v>
                </c:pt>
                <c:pt idx="37">
                  <c:v>3852</c:v>
                </c:pt>
                <c:pt idx="38">
                  <c:v>4070</c:v>
                </c:pt>
                <c:pt idx="39">
                  <c:v>4294</c:v>
                </c:pt>
                <c:pt idx="40">
                  <c:v>4524</c:v>
                </c:pt>
                <c:pt idx="41">
                  <c:v>4760</c:v>
                </c:pt>
                <c:pt idx="42">
                  <c:v>5002</c:v>
                </c:pt>
                <c:pt idx="43">
                  <c:v>5250</c:v>
                </c:pt>
                <c:pt idx="44">
                  <c:v>5504</c:v>
                </c:pt>
                <c:pt idx="45">
                  <c:v>5764</c:v>
                </c:pt>
                <c:pt idx="46">
                  <c:v>6030</c:v>
                </c:pt>
                <c:pt idx="47">
                  <c:v>6302</c:v>
                </c:pt>
                <c:pt idx="48">
                  <c:v>6580</c:v>
                </c:pt>
                <c:pt idx="49">
                  <c:v>6864</c:v>
                </c:pt>
                <c:pt idx="50">
                  <c:v>7154</c:v>
                </c:pt>
              </c:numCache>
            </c:numRef>
          </c:yVal>
          <c:smooth val="0"/>
          <c:extLst>
            <c:ext xmlns:c16="http://schemas.microsoft.com/office/drawing/2014/chart" uri="{C3380CC4-5D6E-409C-BE32-E72D297353CC}">
              <c16:uniqueId val="{00000000-B8BA-43A3-B0F9-548DB8C43F20}"/>
            </c:ext>
          </c:extLst>
        </c:ser>
        <c:ser>
          <c:idx val="1"/>
          <c:order val="1"/>
          <c:tx>
            <c:strRef>
              <c:f>Feuil1!$C$1</c:f>
              <c:strCache>
                <c:ptCount val="1"/>
                <c:pt idx="0">
                  <c:v>Droite</c:v>
                </c:pt>
              </c:strCache>
            </c:strRef>
          </c:tx>
          <c:spPr>
            <a:ln w="38100" cap="rnd">
              <a:noFill/>
              <a:round/>
            </a:ln>
            <a:effectLst/>
          </c:spPr>
          <c:marker>
            <c:symbol val="circle"/>
            <c:size val="5"/>
            <c:spPr>
              <a:solidFill>
                <a:schemeClr val="accent2"/>
              </a:solidFill>
              <a:ln w="9525">
                <a:solidFill>
                  <a:schemeClr val="accent2"/>
                </a:solidFill>
              </a:ln>
              <a:effectLst/>
            </c:spPr>
          </c:marker>
          <c:xVal>
            <c:numRef>
              <c:f>Feuil1!$A$2:$A$52</c:f>
              <c:numCache>
                <c:formatCode>General</c:formatCode>
                <c:ptCount val="5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numCache>
            </c:numRef>
          </c:xVal>
          <c:yVal>
            <c:numRef>
              <c:f>Feuil1!$C$2:$C$52</c:f>
              <c:numCache>
                <c:formatCode>General</c:formatCode>
                <c:ptCount val="51"/>
                <c:pt idx="0">
                  <c:v>-1871</c:v>
                </c:pt>
                <c:pt idx="1">
                  <c:v>-1728</c:v>
                </c:pt>
                <c:pt idx="2">
                  <c:v>-1585</c:v>
                </c:pt>
                <c:pt idx="3">
                  <c:v>-1442</c:v>
                </c:pt>
                <c:pt idx="4">
                  <c:v>-1299</c:v>
                </c:pt>
                <c:pt idx="5">
                  <c:v>-1156</c:v>
                </c:pt>
                <c:pt idx="6">
                  <c:v>-1013</c:v>
                </c:pt>
                <c:pt idx="7">
                  <c:v>-870</c:v>
                </c:pt>
                <c:pt idx="8">
                  <c:v>-727</c:v>
                </c:pt>
                <c:pt idx="9">
                  <c:v>-584</c:v>
                </c:pt>
                <c:pt idx="10">
                  <c:v>-441</c:v>
                </c:pt>
                <c:pt idx="11">
                  <c:v>-298</c:v>
                </c:pt>
                <c:pt idx="12">
                  <c:v>-155</c:v>
                </c:pt>
                <c:pt idx="13">
                  <c:v>-12</c:v>
                </c:pt>
                <c:pt idx="14">
                  <c:v>131</c:v>
                </c:pt>
                <c:pt idx="15">
                  <c:v>274</c:v>
                </c:pt>
                <c:pt idx="16">
                  <c:v>417</c:v>
                </c:pt>
                <c:pt idx="17">
                  <c:v>560</c:v>
                </c:pt>
                <c:pt idx="18">
                  <c:v>703</c:v>
                </c:pt>
                <c:pt idx="19">
                  <c:v>846</c:v>
                </c:pt>
                <c:pt idx="20">
                  <c:v>989</c:v>
                </c:pt>
                <c:pt idx="21">
                  <c:v>1132</c:v>
                </c:pt>
                <c:pt idx="22">
                  <c:v>1275</c:v>
                </c:pt>
                <c:pt idx="23">
                  <c:v>1418</c:v>
                </c:pt>
                <c:pt idx="24">
                  <c:v>1561</c:v>
                </c:pt>
                <c:pt idx="25">
                  <c:v>1704</c:v>
                </c:pt>
                <c:pt idx="26">
                  <c:v>1847</c:v>
                </c:pt>
                <c:pt idx="27">
                  <c:v>1990</c:v>
                </c:pt>
                <c:pt idx="28">
                  <c:v>2133</c:v>
                </c:pt>
                <c:pt idx="29">
                  <c:v>2276</c:v>
                </c:pt>
                <c:pt idx="30">
                  <c:v>2419</c:v>
                </c:pt>
                <c:pt idx="31">
                  <c:v>2562</c:v>
                </c:pt>
                <c:pt idx="32">
                  <c:v>2705</c:v>
                </c:pt>
                <c:pt idx="33">
                  <c:v>2848</c:v>
                </c:pt>
                <c:pt idx="34">
                  <c:v>2991</c:v>
                </c:pt>
                <c:pt idx="35">
                  <c:v>3134</c:v>
                </c:pt>
                <c:pt idx="36">
                  <c:v>3277</c:v>
                </c:pt>
                <c:pt idx="37">
                  <c:v>3420</c:v>
                </c:pt>
                <c:pt idx="38">
                  <c:v>3563</c:v>
                </c:pt>
                <c:pt idx="39">
                  <c:v>3706</c:v>
                </c:pt>
                <c:pt idx="40">
                  <c:v>3849</c:v>
                </c:pt>
                <c:pt idx="41">
                  <c:v>3992</c:v>
                </c:pt>
                <c:pt idx="42">
                  <c:v>4135</c:v>
                </c:pt>
                <c:pt idx="43">
                  <c:v>4278</c:v>
                </c:pt>
                <c:pt idx="44">
                  <c:v>4421</c:v>
                </c:pt>
                <c:pt idx="45">
                  <c:v>4564</c:v>
                </c:pt>
                <c:pt idx="46">
                  <c:v>4707</c:v>
                </c:pt>
                <c:pt idx="47">
                  <c:v>4850</c:v>
                </c:pt>
                <c:pt idx="48">
                  <c:v>4993</c:v>
                </c:pt>
                <c:pt idx="49">
                  <c:v>5136</c:v>
                </c:pt>
                <c:pt idx="50">
                  <c:v>5279</c:v>
                </c:pt>
              </c:numCache>
            </c:numRef>
          </c:yVal>
          <c:smooth val="0"/>
          <c:extLst>
            <c:ext xmlns:c16="http://schemas.microsoft.com/office/drawing/2014/chart" uri="{C3380CC4-5D6E-409C-BE32-E72D297353CC}">
              <c16:uniqueId val="{00000001-B8BA-43A3-B0F9-548DB8C43F20}"/>
            </c:ext>
          </c:extLst>
        </c:ser>
        <c:dLbls>
          <c:showLegendKey val="0"/>
          <c:showVal val="0"/>
          <c:showCatName val="0"/>
          <c:showSerName val="0"/>
          <c:showPercent val="0"/>
          <c:showBubbleSize val="0"/>
        </c:dLbls>
        <c:axId val="429733936"/>
        <c:axId val="429733456"/>
      </c:scatterChart>
      <c:valAx>
        <c:axId val="429733936"/>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crossAx val="429733456"/>
        <c:crosses val="autoZero"/>
        <c:crossBetween val="midCat"/>
      </c:valAx>
      <c:valAx>
        <c:axId val="42973345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crossAx val="429733936"/>
        <c:crosses val="autoZero"/>
        <c:crossBetween val="midCat"/>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fr-F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drawings/_rels/vmlDrawing1.v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image" Target="../media/image8.png"/><Relationship Id="rId1" Type="http://schemas.openxmlformats.org/officeDocument/2006/relationships/image" Target="../media/image7.png"/></Relationships>
</file>

<file path=ppt/drawings/_rels/vmlDrawing2.v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png"/><Relationship Id="rId1" Type="http://schemas.openxmlformats.org/officeDocument/2006/relationships/image" Target="../media/image12.png"/><Relationship Id="rId6" Type="http://schemas.openxmlformats.org/officeDocument/2006/relationships/image" Target="../media/image17.png"/><Relationship Id="rId5" Type="http://schemas.openxmlformats.org/officeDocument/2006/relationships/image" Target="../media/image16.png"/><Relationship Id="rId10" Type="http://schemas.openxmlformats.org/officeDocument/2006/relationships/image" Target="../media/image21.emf"/><Relationship Id="rId4" Type="http://schemas.openxmlformats.org/officeDocument/2006/relationships/image" Target="../media/image15.png"/><Relationship Id="rId9" Type="http://schemas.openxmlformats.org/officeDocument/2006/relationships/image" Target="../media/image20.png"/></Relationships>
</file>

<file path=ppt/drawings/_rels/vmlDrawing3.v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image" Target="../media/image25.png"/><Relationship Id="rId5" Type="http://schemas.openxmlformats.org/officeDocument/2006/relationships/image" Target="../media/image29.emf"/><Relationship Id="rId4" Type="http://schemas.openxmlformats.org/officeDocument/2006/relationships/image" Target="../media/image28.png"/></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3276600" cy="536575"/>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4281488" y="0"/>
            <a:ext cx="3276600" cy="536575"/>
          </a:xfrm>
          <a:prstGeom prst="rect">
            <a:avLst/>
          </a:prstGeom>
        </p:spPr>
        <p:txBody>
          <a:bodyPr vert="horz" lIns="91440" tIns="45720" rIns="91440" bIns="45720" rtlCol="0"/>
          <a:lstStyle>
            <a:lvl1pPr algn="r">
              <a:defRPr sz="1200"/>
            </a:lvl1pPr>
          </a:lstStyle>
          <a:p>
            <a:fld id="{4D7BB345-1F45-4209-89C2-CEF6D1D81871}" type="datetimeFigureOut">
              <a:rPr lang="fr-FR" smtClean="0"/>
              <a:t>16/02/2026</a:t>
            </a:fld>
            <a:endParaRPr lang="fr-FR"/>
          </a:p>
        </p:txBody>
      </p:sp>
      <p:sp>
        <p:nvSpPr>
          <p:cNvPr id="4" name="Espace réservé de l'image des diapositives 3"/>
          <p:cNvSpPr>
            <a:spLocks noGrp="1" noRot="1" noChangeAspect="1"/>
          </p:cNvSpPr>
          <p:nvPr>
            <p:ph type="sldImg" idx="2"/>
          </p:nvPr>
        </p:nvSpPr>
        <p:spPr>
          <a:xfrm>
            <a:off x="1374775" y="1336675"/>
            <a:ext cx="4810125" cy="3608388"/>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755650" y="5145088"/>
            <a:ext cx="6048375" cy="42100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10155238"/>
            <a:ext cx="3276600" cy="536575"/>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4281488" y="10155238"/>
            <a:ext cx="3276600" cy="536575"/>
          </a:xfrm>
          <a:prstGeom prst="rect">
            <a:avLst/>
          </a:prstGeom>
        </p:spPr>
        <p:txBody>
          <a:bodyPr vert="horz" lIns="91440" tIns="45720" rIns="91440" bIns="45720" rtlCol="0" anchor="b"/>
          <a:lstStyle>
            <a:lvl1pPr algn="r">
              <a:defRPr sz="1200"/>
            </a:lvl1pPr>
          </a:lstStyle>
          <a:p>
            <a:fld id="{16184EC8-970E-422B-BC5C-6A62245DC653}" type="slidenum">
              <a:rPr lang="fr-FR" smtClean="0"/>
              <a:t>‹N°›</a:t>
            </a:fld>
            <a:endParaRPr lang="fr-FR"/>
          </a:p>
        </p:txBody>
      </p:sp>
    </p:spTree>
    <p:extLst>
      <p:ext uri="{BB962C8B-B14F-4D97-AF65-F5344CB8AC3E}">
        <p14:creationId xmlns:p14="http://schemas.microsoft.com/office/powerpoint/2010/main" val="11691272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3" name="PlaceHolder 1"/>
          <p:cNvSpPr>
            <a:spLocks noGrp="1"/>
          </p:cNvSpPr>
          <p:nvPr>
            <p:ph type="title"/>
          </p:nvPr>
        </p:nvSpPr>
        <p:spPr>
          <a:xfrm>
            <a:off x="457200" y="274680"/>
            <a:ext cx="8229240" cy="1142640"/>
          </a:xfrm>
          <a:prstGeom prst="rect">
            <a:avLst/>
          </a:prstGeom>
        </p:spPr>
        <p:txBody>
          <a:bodyPr lIns="0" tIns="0" rIns="0" bIns="0">
            <a:noAutofit/>
          </a:bodyPr>
          <a:lstStyle/>
          <a:p>
            <a:endParaRPr lang="en-US" sz="3200" b="0" strike="noStrike" spc="-1">
              <a:solidFill>
                <a:srgbClr val="376092"/>
              </a:solidFill>
              <a:latin typeface="Arial"/>
            </a:endParaRPr>
          </a:p>
        </p:txBody>
      </p:sp>
      <p:sp>
        <p:nvSpPr>
          <p:cNvPr id="4" name="PlaceHolder 2"/>
          <p:cNvSpPr>
            <a:spLocks noGrp="1"/>
          </p:cNvSpPr>
          <p:nvPr>
            <p:ph type="subTitle"/>
          </p:nvPr>
        </p:nvSpPr>
        <p:spPr>
          <a:xfrm>
            <a:off x="457200" y="1600200"/>
            <a:ext cx="8229240" cy="4525560"/>
          </a:xfrm>
          <a:prstGeom prst="rect">
            <a:avLst/>
          </a:prstGeom>
        </p:spPr>
        <p:txBody>
          <a:bodyPr lIns="0" tIns="0" rIns="0" bIns="0" anchor="ctr">
            <a:noAutofit/>
          </a:bodyPr>
          <a:lstStyle/>
          <a:p>
            <a:pPr algn="ctr"/>
            <a:endParaRPr lang="fr-FR" sz="3200" b="0" strike="noStrike" spc="-1">
              <a:latin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5" name="PlaceHolder 1"/>
          <p:cNvSpPr>
            <a:spLocks noGrp="1"/>
          </p:cNvSpPr>
          <p:nvPr>
            <p:ph type="title"/>
          </p:nvPr>
        </p:nvSpPr>
        <p:spPr>
          <a:xfrm>
            <a:off x="457200" y="274680"/>
            <a:ext cx="8229240" cy="1142640"/>
          </a:xfrm>
          <a:prstGeom prst="rect">
            <a:avLst/>
          </a:prstGeom>
        </p:spPr>
        <p:txBody>
          <a:bodyPr lIns="0" tIns="0" rIns="0" bIns="0">
            <a:noAutofit/>
          </a:bodyPr>
          <a:lstStyle/>
          <a:p>
            <a:endParaRPr lang="en-US" sz="3200" b="0" strike="noStrike" spc="-1">
              <a:solidFill>
                <a:srgbClr val="376092"/>
              </a:solidFill>
              <a:latin typeface="Arial"/>
            </a:endParaRPr>
          </a:p>
        </p:txBody>
      </p:sp>
      <p:sp>
        <p:nvSpPr>
          <p:cNvPr id="6" name="PlaceHolder 2"/>
          <p:cNvSpPr>
            <a:spLocks noGrp="1"/>
          </p:cNvSpPr>
          <p:nvPr>
            <p:ph type="body"/>
          </p:nvPr>
        </p:nvSpPr>
        <p:spPr>
          <a:xfrm>
            <a:off x="457200" y="1600200"/>
            <a:ext cx="8229240" cy="4525560"/>
          </a:xfrm>
          <a:prstGeom prst="rect">
            <a:avLst/>
          </a:prstGeom>
        </p:spPr>
        <p:txBody>
          <a:bodyPr lIns="0" tIns="0" rIns="0" bIns="0">
            <a:noAutofit/>
          </a:bodyPr>
          <a:lstStyle/>
          <a:p>
            <a:endParaRPr lang="en-US" sz="2400" b="0" strike="noStrike" spc="-1">
              <a:solidFill>
                <a:srgbClr val="376092"/>
              </a:solidFill>
              <a:latin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457200" y="274680"/>
            <a:ext cx="8229240" cy="1142640"/>
          </a:xfrm>
          <a:prstGeom prst="rect">
            <a:avLst/>
          </a:prstGeom>
        </p:spPr>
        <p:txBody>
          <a:bodyPr lIns="0" tIns="0" rIns="0" bIns="0">
            <a:noAutofit/>
          </a:bodyPr>
          <a:lstStyle/>
          <a:p>
            <a:endParaRPr lang="en-US" sz="3200" b="0" strike="noStrike" spc="-1">
              <a:solidFill>
                <a:srgbClr val="376092"/>
              </a:solidFill>
              <a:latin typeface="Arial"/>
            </a:endParaRPr>
          </a:p>
        </p:txBody>
      </p:sp>
      <p:sp>
        <p:nvSpPr>
          <p:cNvPr id="8" name="PlaceHolder 2"/>
          <p:cNvSpPr>
            <a:spLocks noGrp="1"/>
          </p:cNvSpPr>
          <p:nvPr>
            <p:ph type="body"/>
          </p:nvPr>
        </p:nvSpPr>
        <p:spPr>
          <a:xfrm>
            <a:off x="457200" y="1600200"/>
            <a:ext cx="4015800" cy="4525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9" name="PlaceHolder 3"/>
          <p:cNvSpPr>
            <a:spLocks noGrp="1"/>
          </p:cNvSpPr>
          <p:nvPr>
            <p:ph type="body"/>
          </p:nvPr>
        </p:nvSpPr>
        <p:spPr>
          <a:xfrm>
            <a:off x="4674240" y="1600200"/>
            <a:ext cx="4015800" cy="4525560"/>
          </a:xfrm>
          <a:prstGeom prst="rect">
            <a:avLst/>
          </a:prstGeom>
        </p:spPr>
        <p:txBody>
          <a:bodyPr lIns="0" tIns="0" rIns="0" bIns="0">
            <a:noAutofit/>
          </a:bodyPr>
          <a:lstStyle/>
          <a:p>
            <a:endParaRPr lang="en-US" sz="2400" b="0" strike="noStrike" spc="-1">
              <a:solidFill>
                <a:srgbClr val="376092"/>
              </a:solidFill>
              <a:latin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0" name="PlaceHolder 1"/>
          <p:cNvSpPr>
            <a:spLocks noGrp="1"/>
          </p:cNvSpPr>
          <p:nvPr>
            <p:ph type="title"/>
          </p:nvPr>
        </p:nvSpPr>
        <p:spPr>
          <a:xfrm>
            <a:off x="457200" y="274680"/>
            <a:ext cx="8229240" cy="1142640"/>
          </a:xfrm>
          <a:prstGeom prst="rect">
            <a:avLst/>
          </a:prstGeom>
        </p:spPr>
        <p:txBody>
          <a:bodyPr lIns="0" tIns="0" rIns="0" bIns="0">
            <a:noAutofit/>
          </a:bodyPr>
          <a:lstStyle/>
          <a:p>
            <a:endParaRPr lang="en-US" sz="3200" b="0" strike="noStrike" spc="-1">
              <a:solidFill>
                <a:srgbClr val="376092"/>
              </a:solidFill>
              <a:latin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1" name="PlaceHolder 1"/>
          <p:cNvSpPr>
            <a:spLocks noGrp="1"/>
          </p:cNvSpPr>
          <p:nvPr>
            <p:ph type="subTitle"/>
          </p:nvPr>
        </p:nvSpPr>
        <p:spPr>
          <a:xfrm>
            <a:off x="457200" y="274680"/>
            <a:ext cx="8229240" cy="5297760"/>
          </a:xfrm>
          <a:prstGeom prst="rect">
            <a:avLst/>
          </a:prstGeom>
        </p:spPr>
        <p:txBody>
          <a:bodyPr lIns="0" tIns="0" rIns="0" bIns="0" anchor="ctr">
            <a:noAutofit/>
          </a:bodyPr>
          <a:lstStyle/>
          <a:p>
            <a:pPr algn="ctr"/>
            <a:endParaRPr lang="fr-FR" sz="3200" b="0" strike="noStrike" spc="-1">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2" name="PlaceHolder 1"/>
          <p:cNvSpPr>
            <a:spLocks noGrp="1"/>
          </p:cNvSpPr>
          <p:nvPr>
            <p:ph type="title"/>
          </p:nvPr>
        </p:nvSpPr>
        <p:spPr>
          <a:xfrm>
            <a:off x="457200" y="274680"/>
            <a:ext cx="8229240" cy="1142640"/>
          </a:xfrm>
          <a:prstGeom prst="rect">
            <a:avLst/>
          </a:prstGeom>
        </p:spPr>
        <p:txBody>
          <a:bodyPr lIns="0" tIns="0" rIns="0" bIns="0">
            <a:noAutofit/>
          </a:bodyPr>
          <a:lstStyle/>
          <a:p>
            <a:endParaRPr lang="en-US" sz="3200" b="0" strike="noStrike" spc="-1">
              <a:solidFill>
                <a:srgbClr val="376092"/>
              </a:solidFill>
              <a:latin typeface="Arial"/>
            </a:endParaRPr>
          </a:p>
        </p:txBody>
      </p:sp>
      <p:sp>
        <p:nvSpPr>
          <p:cNvPr id="13" name="PlaceHolder 2"/>
          <p:cNvSpPr>
            <a:spLocks noGrp="1"/>
          </p:cNvSpPr>
          <p:nvPr>
            <p:ph type="body"/>
          </p:nvPr>
        </p:nvSpPr>
        <p:spPr>
          <a:xfrm>
            <a:off x="457200" y="1600200"/>
            <a:ext cx="4015800" cy="2158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14" name="PlaceHolder 3"/>
          <p:cNvSpPr>
            <a:spLocks noGrp="1"/>
          </p:cNvSpPr>
          <p:nvPr>
            <p:ph type="body"/>
          </p:nvPr>
        </p:nvSpPr>
        <p:spPr>
          <a:xfrm>
            <a:off x="4674240" y="1600200"/>
            <a:ext cx="4015800" cy="4525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15" name="PlaceHolder 4"/>
          <p:cNvSpPr>
            <a:spLocks noGrp="1"/>
          </p:cNvSpPr>
          <p:nvPr>
            <p:ph type="body"/>
          </p:nvPr>
        </p:nvSpPr>
        <p:spPr>
          <a:xfrm>
            <a:off x="457200" y="3964320"/>
            <a:ext cx="4015800" cy="2158560"/>
          </a:xfrm>
          <a:prstGeom prst="rect">
            <a:avLst/>
          </a:prstGeom>
        </p:spPr>
        <p:txBody>
          <a:bodyPr lIns="0" tIns="0" rIns="0" bIns="0">
            <a:noAutofit/>
          </a:bodyPr>
          <a:lstStyle/>
          <a:p>
            <a:endParaRPr lang="en-US" sz="2400" b="0" strike="noStrike" spc="-1">
              <a:solidFill>
                <a:srgbClr val="376092"/>
              </a:solidFill>
              <a:latin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6" name="PlaceHolder 1"/>
          <p:cNvSpPr>
            <a:spLocks noGrp="1"/>
          </p:cNvSpPr>
          <p:nvPr>
            <p:ph type="title"/>
          </p:nvPr>
        </p:nvSpPr>
        <p:spPr>
          <a:xfrm>
            <a:off x="457200" y="274680"/>
            <a:ext cx="8229240" cy="1142640"/>
          </a:xfrm>
          <a:prstGeom prst="rect">
            <a:avLst/>
          </a:prstGeom>
        </p:spPr>
        <p:txBody>
          <a:bodyPr lIns="0" tIns="0" rIns="0" bIns="0">
            <a:noAutofit/>
          </a:bodyPr>
          <a:lstStyle/>
          <a:p>
            <a:endParaRPr lang="en-US" sz="3200" b="0" strike="noStrike" spc="-1">
              <a:solidFill>
                <a:srgbClr val="376092"/>
              </a:solidFill>
              <a:latin typeface="Arial"/>
            </a:endParaRPr>
          </a:p>
        </p:txBody>
      </p:sp>
      <p:sp>
        <p:nvSpPr>
          <p:cNvPr id="17" name="PlaceHolder 2"/>
          <p:cNvSpPr>
            <a:spLocks noGrp="1"/>
          </p:cNvSpPr>
          <p:nvPr>
            <p:ph type="body"/>
          </p:nvPr>
        </p:nvSpPr>
        <p:spPr>
          <a:xfrm>
            <a:off x="457200" y="1600200"/>
            <a:ext cx="4015800" cy="4525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18" name="PlaceHolder 3"/>
          <p:cNvSpPr>
            <a:spLocks noGrp="1"/>
          </p:cNvSpPr>
          <p:nvPr>
            <p:ph type="body"/>
          </p:nvPr>
        </p:nvSpPr>
        <p:spPr>
          <a:xfrm>
            <a:off x="4674240" y="1600200"/>
            <a:ext cx="4015800" cy="2158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19" name="PlaceHolder 4"/>
          <p:cNvSpPr>
            <a:spLocks noGrp="1"/>
          </p:cNvSpPr>
          <p:nvPr>
            <p:ph type="body"/>
          </p:nvPr>
        </p:nvSpPr>
        <p:spPr>
          <a:xfrm>
            <a:off x="4674240" y="3964320"/>
            <a:ext cx="4015800" cy="2158560"/>
          </a:xfrm>
          <a:prstGeom prst="rect">
            <a:avLst/>
          </a:prstGeom>
        </p:spPr>
        <p:txBody>
          <a:bodyPr lIns="0" tIns="0" rIns="0" bIns="0">
            <a:noAutofit/>
          </a:bodyPr>
          <a:lstStyle/>
          <a:p>
            <a:endParaRPr lang="en-US" sz="2400" b="0" strike="noStrike" spc="-1">
              <a:solidFill>
                <a:srgbClr val="376092"/>
              </a:solidFill>
              <a:latin typeface="Aria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20" name="PlaceHolder 1"/>
          <p:cNvSpPr>
            <a:spLocks noGrp="1"/>
          </p:cNvSpPr>
          <p:nvPr>
            <p:ph type="title"/>
          </p:nvPr>
        </p:nvSpPr>
        <p:spPr>
          <a:xfrm>
            <a:off x="457200" y="274680"/>
            <a:ext cx="8229240" cy="1142640"/>
          </a:xfrm>
          <a:prstGeom prst="rect">
            <a:avLst/>
          </a:prstGeom>
        </p:spPr>
        <p:txBody>
          <a:bodyPr lIns="0" tIns="0" rIns="0" bIns="0">
            <a:noAutofit/>
          </a:bodyPr>
          <a:lstStyle/>
          <a:p>
            <a:endParaRPr lang="en-US" sz="3200" b="0" strike="noStrike" spc="-1">
              <a:solidFill>
                <a:srgbClr val="376092"/>
              </a:solidFill>
              <a:latin typeface="Arial"/>
            </a:endParaRPr>
          </a:p>
        </p:txBody>
      </p:sp>
      <p:sp>
        <p:nvSpPr>
          <p:cNvPr id="21" name="PlaceHolder 2"/>
          <p:cNvSpPr>
            <a:spLocks noGrp="1"/>
          </p:cNvSpPr>
          <p:nvPr>
            <p:ph type="body"/>
          </p:nvPr>
        </p:nvSpPr>
        <p:spPr>
          <a:xfrm>
            <a:off x="457200" y="1600200"/>
            <a:ext cx="4015800" cy="2158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22" name="PlaceHolder 3"/>
          <p:cNvSpPr>
            <a:spLocks noGrp="1"/>
          </p:cNvSpPr>
          <p:nvPr>
            <p:ph type="body"/>
          </p:nvPr>
        </p:nvSpPr>
        <p:spPr>
          <a:xfrm>
            <a:off x="4674240" y="1600200"/>
            <a:ext cx="4015800" cy="2158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23" name="PlaceHolder 4"/>
          <p:cNvSpPr>
            <a:spLocks noGrp="1"/>
          </p:cNvSpPr>
          <p:nvPr>
            <p:ph type="body"/>
          </p:nvPr>
        </p:nvSpPr>
        <p:spPr>
          <a:xfrm>
            <a:off x="457200" y="3964320"/>
            <a:ext cx="8229240" cy="2158560"/>
          </a:xfrm>
          <a:prstGeom prst="rect">
            <a:avLst/>
          </a:prstGeom>
        </p:spPr>
        <p:txBody>
          <a:bodyPr lIns="0" tIns="0" rIns="0" bIns="0">
            <a:noAutofit/>
          </a:bodyPr>
          <a:lstStyle/>
          <a:p>
            <a:endParaRPr lang="en-US" sz="2400" b="0" strike="noStrike" spc="-1">
              <a:solidFill>
                <a:srgbClr val="376092"/>
              </a:solidFill>
              <a:latin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4" name="PlaceHolder 1"/>
          <p:cNvSpPr>
            <a:spLocks noGrp="1"/>
          </p:cNvSpPr>
          <p:nvPr>
            <p:ph type="title"/>
          </p:nvPr>
        </p:nvSpPr>
        <p:spPr>
          <a:xfrm>
            <a:off x="457200" y="274680"/>
            <a:ext cx="8229240" cy="1142640"/>
          </a:xfrm>
          <a:prstGeom prst="rect">
            <a:avLst/>
          </a:prstGeom>
        </p:spPr>
        <p:txBody>
          <a:bodyPr lIns="0" tIns="0" rIns="0" bIns="0">
            <a:noAutofit/>
          </a:bodyPr>
          <a:lstStyle/>
          <a:p>
            <a:endParaRPr lang="en-US" sz="3200" b="0" strike="noStrike" spc="-1">
              <a:solidFill>
                <a:srgbClr val="376092"/>
              </a:solidFill>
              <a:latin typeface="Arial"/>
            </a:endParaRPr>
          </a:p>
        </p:txBody>
      </p:sp>
      <p:sp>
        <p:nvSpPr>
          <p:cNvPr id="25" name="PlaceHolder 2"/>
          <p:cNvSpPr>
            <a:spLocks noGrp="1"/>
          </p:cNvSpPr>
          <p:nvPr>
            <p:ph type="body"/>
          </p:nvPr>
        </p:nvSpPr>
        <p:spPr>
          <a:xfrm>
            <a:off x="457200" y="1600200"/>
            <a:ext cx="8229240" cy="2158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26" name="PlaceHolder 3"/>
          <p:cNvSpPr>
            <a:spLocks noGrp="1"/>
          </p:cNvSpPr>
          <p:nvPr>
            <p:ph type="body"/>
          </p:nvPr>
        </p:nvSpPr>
        <p:spPr>
          <a:xfrm>
            <a:off x="457200" y="3964320"/>
            <a:ext cx="8229240" cy="2158560"/>
          </a:xfrm>
          <a:prstGeom prst="rect">
            <a:avLst/>
          </a:prstGeom>
        </p:spPr>
        <p:txBody>
          <a:bodyPr lIns="0" tIns="0" rIns="0" bIns="0">
            <a:noAutofit/>
          </a:bodyPr>
          <a:lstStyle/>
          <a:p>
            <a:endParaRPr lang="en-US" sz="2400" b="0" strike="noStrike" spc="-1">
              <a:solidFill>
                <a:srgbClr val="376092"/>
              </a:solidFill>
              <a:latin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27" name="PlaceHolder 1"/>
          <p:cNvSpPr>
            <a:spLocks noGrp="1"/>
          </p:cNvSpPr>
          <p:nvPr>
            <p:ph type="title"/>
          </p:nvPr>
        </p:nvSpPr>
        <p:spPr>
          <a:xfrm>
            <a:off x="457200" y="274680"/>
            <a:ext cx="8229240" cy="1142640"/>
          </a:xfrm>
          <a:prstGeom prst="rect">
            <a:avLst/>
          </a:prstGeom>
        </p:spPr>
        <p:txBody>
          <a:bodyPr lIns="0" tIns="0" rIns="0" bIns="0">
            <a:noAutofit/>
          </a:bodyPr>
          <a:lstStyle/>
          <a:p>
            <a:endParaRPr lang="en-US" sz="3200" b="0" strike="noStrike" spc="-1">
              <a:solidFill>
                <a:srgbClr val="376092"/>
              </a:solidFill>
              <a:latin typeface="Arial"/>
            </a:endParaRPr>
          </a:p>
        </p:txBody>
      </p:sp>
      <p:sp>
        <p:nvSpPr>
          <p:cNvPr id="28" name="PlaceHolder 2"/>
          <p:cNvSpPr>
            <a:spLocks noGrp="1"/>
          </p:cNvSpPr>
          <p:nvPr>
            <p:ph type="body"/>
          </p:nvPr>
        </p:nvSpPr>
        <p:spPr>
          <a:xfrm>
            <a:off x="457200" y="1600200"/>
            <a:ext cx="4015800" cy="2158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29" name="PlaceHolder 3"/>
          <p:cNvSpPr>
            <a:spLocks noGrp="1"/>
          </p:cNvSpPr>
          <p:nvPr>
            <p:ph type="body"/>
          </p:nvPr>
        </p:nvSpPr>
        <p:spPr>
          <a:xfrm>
            <a:off x="4674240" y="1600200"/>
            <a:ext cx="4015800" cy="2158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30" name="PlaceHolder 4"/>
          <p:cNvSpPr>
            <a:spLocks noGrp="1"/>
          </p:cNvSpPr>
          <p:nvPr>
            <p:ph type="body"/>
          </p:nvPr>
        </p:nvSpPr>
        <p:spPr>
          <a:xfrm>
            <a:off x="457200" y="3964320"/>
            <a:ext cx="4015800" cy="2158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31" name="PlaceHolder 5"/>
          <p:cNvSpPr>
            <a:spLocks noGrp="1"/>
          </p:cNvSpPr>
          <p:nvPr>
            <p:ph type="body"/>
          </p:nvPr>
        </p:nvSpPr>
        <p:spPr>
          <a:xfrm>
            <a:off x="4674240" y="3964320"/>
            <a:ext cx="4015800" cy="2158560"/>
          </a:xfrm>
          <a:prstGeom prst="rect">
            <a:avLst/>
          </a:prstGeom>
        </p:spPr>
        <p:txBody>
          <a:bodyPr lIns="0" tIns="0" rIns="0" bIns="0">
            <a:noAutofit/>
          </a:bodyPr>
          <a:lstStyle/>
          <a:p>
            <a:endParaRPr lang="en-US" sz="2400" b="0" strike="noStrike" spc="-1">
              <a:solidFill>
                <a:srgbClr val="376092"/>
              </a:solidFill>
              <a:latin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32" name="PlaceHolder 1"/>
          <p:cNvSpPr>
            <a:spLocks noGrp="1"/>
          </p:cNvSpPr>
          <p:nvPr>
            <p:ph type="title"/>
          </p:nvPr>
        </p:nvSpPr>
        <p:spPr>
          <a:xfrm>
            <a:off x="457200" y="274680"/>
            <a:ext cx="8229240" cy="1142640"/>
          </a:xfrm>
          <a:prstGeom prst="rect">
            <a:avLst/>
          </a:prstGeom>
        </p:spPr>
        <p:txBody>
          <a:bodyPr lIns="0" tIns="0" rIns="0" bIns="0">
            <a:noAutofit/>
          </a:bodyPr>
          <a:lstStyle/>
          <a:p>
            <a:endParaRPr lang="en-US" sz="3200" b="0" strike="noStrike" spc="-1">
              <a:solidFill>
                <a:srgbClr val="376092"/>
              </a:solidFill>
              <a:latin typeface="Arial"/>
            </a:endParaRPr>
          </a:p>
        </p:txBody>
      </p:sp>
      <p:sp>
        <p:nvSpPr>
          <p:cNvPr id="33" name="PlaceHolder 2"/>
          <p:cNvSpPr>
            <a:spLocks noGrp="1"/>
          </p:cNvSpPr>
          <p:nvPr>
            <p:ph type="body"/>
          </p:nvPr>
        </p:nvSpPr>
        <p:spPr>
          <a:xfrm>
            <a:off x="457200" y="1600200"/>
            <a:ext cx="2649600" cy="2158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34" name="PlaceHolder 3"/>
          <p:cNvSpPr>
            <a:spLocks noGrp="1"/>
          </p:cNvSpPr>
          <p:nvPr>
            <p:ph type="body"/>
          </p:nvPr>
        </p:nvSpPr>
        <p:spPr>
          <a:xfrm>
            <a:off x="3239640" y="1600200"/>
            <a:ext cx="2649600" cy="2158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35" name="PlaceHolder 4"/>
          <p:cNvSpPr>
            <a:spLocks noGrp="1"/>
          </p:cNvSpPr>
          <p:nvPr>
            <p:ph type="body"/>
          </p:nvPr>
        </p:nvSpPr>
        <p:spPr>
          <a:xfrm>
            <a:off x="6022080" y="1600200"/>
            <a:ext cx="2649600" cy="2158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36" name="PlaceHolder 5"/>
          <p:cNvSpPr>
            <a:spLocks noGrp="1"/>
          </p:cNvSpPr>
          <p:nvPr>
            <p:ph type="body"/>
          </p:nvPr>
        </p:nvSpPr>
        <p:spPr>
          <a:xfrm>
            <a:off x="457200" y="3964320"/>
            <a:ext cx="2649600" cy="2158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37" name="PlaceHolder 6"/>
          <p:cNvSpPr>
            <a:spLocks noGrp="1"/>
          </p:cNvSpPr>
          <p:nvPr>
            <p:ph type="body"/>
          </p:nvPr>
        </p:nvSpPr>
        <p:spPr>
          <a:xfrm>
            <a:off x="3239640" y="3964320"/>
            <a:ext cx="2649600" cy="2158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38" name="PlaceHolder 7"/>
          <p:cNvSpPr>
            <a:spLocks noGrp="1"/>
          </p:cNvSpPr>
          <p:nvPr>
            <p:ph type="body"/>
          </p:nvPr>
        </p:nvSpPr>
        <p:spPr>
          <a:xfrm>
            <a:off x="6022080" y="3964320"/>
            <a:ext cx="2649600" cy="2158560"/>
          </a:xfrm>
          <a:prstGeom prst="rect">
            <a:avLst/>
          </a:prstGeom>
        </p:spPr>
        <p:txBody>
          <a:bodyPr lIns="0" tIns="0" rIns="0" bIns="0">
            <a:noAutofit/>
          </a:bodyPr>
          <a:lstStyle/>
          <a:p>
            <a:endParaRPr lang="en-US" sz="2400" b="0" strike="noStrike" spc="-1">
              <a:solidFill>
                <a:srgbClr val="376092"/>
              </a:solidFill>
              <a:latin typeface="Arial"/>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45" name="PlaceHolder 1"/>
          <p:cNvSpPr>
            <a:spLocks noGrp="1"/>
          </p:cNvSpPr>
          <p:nvPr>
            <p:ph type="title"/>
          </p:nvPr>
        </p:nvSpPr>
        <p:spPr>
          <a:xfrm>
            <a:off x="457200" y="274680"/>
            <a:ext cx="8229240" cy="1142640"/>
          </a:xfrm>
          <a:prstGeom prst="rect">
            <a:avLst/>
          </a:prstGeom>
        </p:spPr>
        <p:txBody>
          <a:bodyPr lIns="0" tIns="0" rIns="0" bIns="0">
            <a:noAutofit/>
          </a:bodyPr>
          <a:lstStyle/>
          <a:p>
            <a:endParaRPr lang="en-US" sz="3200" b="0" strike="noStrike" spc="-1">
              <a:solidFill>
                <a:srgbClr val="376092"/>
              </a:solidFill>
              <a:latin typeface="Arial"/>
            </a:endParaRPr>
          </a:p>
        </p:txBody>
      </p:sp>
      <p:sp>
        <p:nvSpPr>
          <p:cNvPr id="46" name="PlaceHolder 2"/>
          <p:cNvSpPr>
            <a:spLocks noGrp="1"/>
          </p:cNvSpPr>
          <p:nvPr>
            <p:ph type="subTitle"/>
          </p:nvPr>
        </p:nvSpPr>
        <p:spPr>
          <a:xfrm>
            <a:off x="457200" y="1600200"/>
            <a:ext cx="8229240" cy="4525560"/>
          </a:xfrm>
          <a:prstGeom prst="rect">
            <a:avLst/>
          </a:prstGeom>
        </p:spPr>
        <p:txBody>
          <a:bodyPr lIns="0" tIns="0" rIns="0" bIns="0" anchor="ctr">
            <a:noAutofit/>
          </a:bodyPr>
          <a:lstStyle/>
          <a:p>
            <a:pPr algn="ctr"/>
            <a:endParaRPr lang="fr-FR" sz="3200" b="0" strike="noStrike" spc="-1">
              <a:latin typeface="Aria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47" name="PlaceHolder 1"/>
          <p:cNvSpPr>
            <a:spLocks noGrp="1"/>
          </p:cNvSpPr>
          <p:nvPr>
            <p:ph type="title"/>
          </p:nvPr>
        </p:nvSpPr>
        <p:spPr>
          <a:xfrm>
            <a:off x="457200" y="274680"/>
            <a:ext cx="8229240" cy="1142640"/>
          </a:xfrm>
          <a:prstGeom prst="rect">
            <a:avLst/>
          </a:prstGeom>
        </p:spPr>
        <p:txBody>
          <a:bodyPr lIns="0" tIns="0" rIns="0" bIns="0">
            <a:noAutofit/>
          </a:bodyPr>
          <a:lstStyle/>
          <a:p>
            <a:endParaRPr lang="en-US" sz="3200" b="0" strike="noStrike" spc="-1">
              <a:solidFill>
                <a:srgbClr val="376092"/>
              </a:solidFill>
              <a:latin typeface="Arial"/>
            </a:endParaRPr>
          </a:p>
        </p:txBody>
      </p:sp>
      <p:sp>
        <p:nvSpPr>
          <p:cNvPr id="48" name="PlaceHolder 2"/>
          <p:cNvSpPr>
            <a:spLocks noGrp="1"/>
          </p:cNvSpPr>
          <p:nvPr>
            <p:ph type="body"/>
          </p:nvPr>
        </p:nvSpPr>
        <p:spPr>
          <a:xfrm>
            <a:off x="457200" y="1600200"/>
            <a:ext cx="8229240" cy="4525560"/>
          </a:xfrm>
          <a:prstGeom prst="rect">
            <a:avLst/>
          </a:prstGeom>
        </p:spPr>
        <p:txBody>
          <a:bodyPr lIns="0" tIns="0" rIns="0" bIns="0">
            <a:noAutofit/>
          </a:bodyPr>
          <a:lstStyle/>
          <a:p>
            <a:endParaRPr lang="en-US" sz="2400" b="0" strike="noStrike" spc="-1">
              <a:solidFill>
                <a:srgbClr val="376092"/>
              </a:solidFill>
              <a:latin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49" name="PlaceHolder 1"/>
          <p:cNvSpPr>
            <a:spLocks noGrp="1"/>
          </p:cNvSpPr>
          <p:nvPr>
            <p:ph type="title"/>
          </p:nvPr>
        </p:nvSpPr>
        <p:spPr>
          <a:xfrm>
            <a:off x="457200" y="274680"/>
            <a:ext cx="8229240" cy="1142640"/>
          </a:xfrm>
          <a:prstGeom prst="rect">
            <a:avLst/>
          </a:prstGeom>
        </p:spPr>
        <p:txBody>
          <a:bodyPr lIns="0" tIns="0" rIns="0" bIns="0">
            <a:noAutofit/>
          </a:bodyPr>
          <a:lstStyle/>
          <a:p>
            <a:endParaRPr lang="en-US" sz="3200" b="0" strike="noStrike" spc="-1">
              <a:solidFill>
                <a:srgbClr val="376092"/>
              </a:solidFill>
              <a:latin typeface="Arial"/>
            </a:endParaRPr>
          </a:p>
        </p:txBody>
      </p:sp>
      <p:sp>
        <p:nvSpPr>
          <p:cNvPr id="50" name="PlaceHolder 2"/>
          <p:cNvSpPr>
            <a:spLocks noGrp="1"/>
          </p:cNvSpPr>
          <p:nvPr>
            <p:ph type="body"/>
          </p:nvPr>
        </p:nvSpPr>
        <p:spPr>
          <a:xfrm>
            <a:off x="457200" y="1600200"/>
            <a:ext cx="4015800" cy="4525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51" name="PlaceHolder 3"/>
          <p:cNvSpPr>
            <a:spLocks noGrp="1"/>
          </p:cNvSpPr>
          <p:nvPr>
            <p:ph type="body"/>
          </p:nvPr>
        </p:nvSpPr>
        <p:spPr>
          <a:xfrm>
            <a:off x="4674240" y="1600200"/>
            <a:ext cx="4015800" cy="4525560"/>
          </a:xfrm>
          <a:prstGeom prst="rect">
            <a:avLst/>
          </a:prstGeom>
        </p:spPr>
        <p:txBody>
          <a:bodyPr lIns="0" tIns="0" rIns="0" bIns="0">
            <a:noAutofit/>
          </a:bodyPr>
          <a:lstStyle/>
          <a:p>
            <a:endParaRPr lang="en-US" sz="2400" b="0" strike="noStrike" spc="-1">
              <a:solidFill>
                <a:srgbClr val="376092"/>
              </a:solidFill>
              <a:latin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52" name="PlaceHolder 1"/>
          <p:cNvSpPr>
            <a:spLocks noGrp="1"/>
          </p:cNvSpPr>
          <p:nvPr>
            <p:ph type="title"/>
          </p:nvPr>
        </p:nvSpPr>
        <p:spPr>
          <a:xfrm>
            <a:off x="457200" y="274680"/>
            <a:ext cx="8229240" cy="1142640"/>
          </a:xfrm>
          <a:prstGeom prst="rect">
            <a:avLst/>
          </a:prstGeom>
        </p:spPr>
        <p:txBody>
          <a:bodyPr lIns="0" tIns="0" rIns="0" bIns="0">
            <a:noAutofit/>
          </a:bodyPr>
          <a:lstStyle/>
          <a:p>
            <a:endParaRPr lang="en-US" sz="3200" b="0" strike="noStrike" spc="-1">
              <a:solidFill>
                <a:srgbClr val="376092"/>
              </a:solidFill>
              <a:latin typeface="Arial"/>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53" name="PlaceHolder 1"/>
          <p:cNvSpPr>
            <a:spLocks noGrp="1"/>
          </p:cNvSpPr>
          <p:nvPr>
            <p:ph type="subTitle"/>
          </p:nvPr>
        </p:nvSpPr>
        <p:spPr>
          <a:xfrm>
            <a:off x="457200" y="274680"/>
            <a:ext cx="8229240" cy="5297760"/>
          </a:xfrm>
          <a:prstGeom prst="rect">
            <a:avLst/>
          </a:prstGeom>
        </p:spPr>
        <p:txBody>
          <a:bodyPr lIns="0" tIns="0" rIns="0" bIns="0" anchor="ctr">
            <a:noAutofit/>
          </a:bodyPr>
          <a:lstStyle/>
          <a:p>
            <a:pPr algn="ctr"/>
            <a:endParaRPr lang="fr-FR" sz="3200" b="0" strike="noStrike" spc="-1">
              <a:latin typeface="Aria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54" name="PlaceHolder 1"/>
          <p:cNvSpPr>
            <a:spLocks noGrp="1"/>
          </p:cNvSpPr>
          <p:nvPr>
            <p:ph type="title"/>
          </p:nvPr>
        </p:nvSpPr>
        <p:spPr>
          <a:xfrm>
            <a:off x="457200" y="274680"/>
            <a:ext cx="8229240" cy="1142640"/>
          </a:xfrm>
          <a:prstGeom prst="rect">
            <a:avLst/>
          </a:prstGeom>
        </p:spPr>
        <p:txBody>
          <a:bodyPr lIns="0" tIns="0" rIns="0" bIns="0">
            <a:noAutofit/>
          </a:bodyPr>
          <a:lstStyle/>
          <a:p>
            <a:endParaRPr lang="en-US" sz="3200" b="0" strike="noStrike" spc="-1">
              <a:solidFill>
                <a:srgbClr val="376092"/>
              </a:solidFill>
              <a:latin typeface="Arial"/>
            </a:endParaRPr>
          </a:p>
        </p:txBody>
      </p:sp>
      <p:sp>
        <p:nvSpPr>
          <p:cNvPr id="55" name="PlaceHolder 2"/>
          <p:cNvSpPr>
            <a:spLocks noGrp="1"/>
          </p:cNvSpPr>
          <p:nvPr>
            <p:ph type="body"/>
          </p:nvPr>
        </p:nvSpPr>
        <p:spPr>
          <a:xfrm>
            <a:off x="457200" y="1600200"/>
            <a:ext cx="4015800" cy="2158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56" name="PlaceHolder 3"/>
          <p:cNvSpPr>
            <a:spLocks noGrp="1"/>
          </p:cNvSpPr>
          <p:nvPr>
            <p:ph type="body"/>
          </p:nvPr>
        </p:nvSpPr>
        <p:spPr>
          <a:xfrm>
            <a:off x="4674240" y="1600200"/>
            <a:ext cx="4015800" cy="4525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57" name="PlaceHolder 4"/>
          <p:cNvSpPr>
            <a:spLocks noGrp="1"/>
          </p:cNvSpPr>
          <p:nvPr>
            <p:ph type="body"/>
          </p:nvPr>
        </p:nvSpPr>
        <p:spPr>
          <a:xfrm>
            <a:off x="457200" y="3964320"/>
            <a:ext cx="4015800" cy="2158560"/>
          </a:xfrm>
          <a:prstGeom prst="rect">
            <a:avLst/>
          </a:prstGeom>
        </p:spPr>
        <p:txBody>
          <a:bodyPr lIns="0" tIns="0" rIns="0" bIns="0">
            <a:noAutofit/>
          </a:bodyPr>
          <a:lstStyle/>
          <a:p>
            <a:endParaRPr lang="en-US" sz="2400" b="0" strike="noStrike" spc="-1">
              <a:solidFill>
                <a:srgbClr val="376092"/>
              </a:solidFill>
              <a:latin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58" name="PlaceHolder 1"/>
          <p:cNvSpPr>
            <a:spLocks noGrp="1"/>
          </p:cNvSpPr>
          <p:nvPr>
            <p:ph type="title"/>
          </p:nvPr>
        </p:nvSpPr>
        <p:spPr>
          <a:xfrm>
            <a:off x="457200" y="274680"/>
            <a:ext cx="8229240" cy="1142640"/>
          </a:xfrm>
          <a:prstGeom prst="rect">
            <a:avLst/>
          </a:prstGeom>
        </p:spPr>
        <p:txBody>
          <a:bodyPr lIns="0" tIns="0" rIns="0" bIns="0">
            <a:noAutofit/>
          </a:bodyPr>
          <a:lstStyle/>
          <a:p>
            <a:endParaRPr lang="en-US" sz="3200" b="0" strike="noStrike" spc="-1">
              <a:solidFill>
                <a:srgbClr val="376092"/>
              </a:solidFill>
              <a:latin typeface="Arial"/>
            </a:endParaRPr>
          </a:p>
        </p:txBody>
      </p:sp>
      <p:sp>
        <p:nvSpPr>
          <p:cNvPr id="59" name="PlaceHolder 2"/>
          <p:cNvSpPr>
            <a:spLocks noGrp="1"/>
          </p:cNvSpPr>
          <p:nvPr>
            <p:ph type="body"/>
          </p:nvPr>
        </p:nvSpPr>
        <p:spPr>
          <a:xfrm>
            <a:off x="457200" y="1600200"/>
            <a:ext cx="4015800" cy="4525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60" name="PlaceHolder 3"/>
          <p:cNvSpPr>
            <a:spLocks noGrp="1"/>
          </p:cNvSpPr>
          <p:nvPr>
            <p:ph type="body"/>
          </p:nvPr>
        </p:nvSpPr>
        <p:spPr>
          <a:xfrm>
            <a:off x="4674240" y="1600200"/>
            <a:ext cx="4015800" cy="2158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61" name="PlaceHolder 4"/>
          <p:cNvSpPr>
            <a:spLocks noGrp="1"/>
          </p:cNvSpPr>
          <p:nvPr>
            <p:ph type="body"/>
          </p:nvPr>
        </p:nvSpPr>
        <p:spPr>
          <a:xfrm>
            <a:off x="4674240" y="3964320"/>
            <a:ext cx="4015800" cy="2158560"/>
          </a:xfrm>
          <a:prstGeom prst="rect">
            <a:avLst/>
          </a:prstGeom>
        </p:spPr>
        <p:txBody>
          <a:bodyPr lIns="0" tIns="0" rIns="0" bIns="0">
            <a:noAutofit/>
          </a:bodyPr>
          <a:lstStyle/>
          <a:p>
            <a:endParaRPr lang="en-US" sz="2400" b="0" strike="noStrike" spc="-1">
              <a:solidFill>
                <a:srgbClr val="376092"/>
              </a:solidFill>
              <a:latin typeface="Arial"/>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62" name="PlaceHolder 1"/>
          <p:cNvSpPr>
            <a:spLocks noGrp="1"/>
          </p:cNvSpPr>
          <p:nvPr>
            <p:ph type="title"/>
          </p:nvPr>
        </p:nvSpPr>
        <p:spPr>
          <a:xfrm>
            <a:off x="457200" y="274680"/>
            <a:ext cx="8229240" cy="1142640"/>
          </a:xfrm>
          <a:prstGeom prst="rect">
            <a:avLst/>
          </a:prstGeom>
        </p:spPr>
        <p:txBody>
          <a:bodyPr lIns="0" tIns="0" rIns="0" bIns="0">
            <a:noAutofit/>
          </a:bodyPr>
          <a:lstStyle/>
          <a:p>
            <a:endParaRPr lang="en-US" sz="3200" b="0" strike="noStrike" spc="-1">
              <a:solidFill>
                <a:srgbClr val="376092"/>
              </a:solidFill>
              <a:latin typeface="Arial"/>
            </a:endParaRPr>
          </a:p>
        </p:txBody>
      </p:sp>
      <p:sp>
        <p:nvSpPr>
          <p:cNvPr id="63" name="PlaceHolder 2"/>
          <p:cNvSpPr>
            <a:spLocks noGrp="1"/>
          </p:cNvSpPr>
          <p:nvPr>
            <p:ph type="body"/>
          </p:nvPr>
        </p:nvSpPr>
        <p:spPr>
          <a:xfrm>
            <a:off x="457200" y="1600200"/>
            <a:ext cx="4015800" cy="2158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64" name="PlaceHolder 3"/>
          <p:cNvSpPr>
            <a:spLocks noGrp="1"/>
          </p:cNvSpPr>
          <p:nvPr>
            <p:ph type="body"/>
          </p:nvPr>
        </p:nvSpPr>
        <p:spPr>
          <a:xfrm>
            <a:off x="4674240" y="1600200"/>
            <a:ext cx="4015800" cy="2158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65" name="PlaceHolder 4"/>
          <p:cNvSpPr>
            <a:spLocks noGrp="1"/>
          </p:cNvSpPr>
          <p:nvPr>
            <p:ph type="body"/>
          </p:nvPr>
        </p:nvSpPr>
        <p:spPr>
          <a:xfrm>
            <a:off x="457200" y="3964320"/>
            <a:ext cx="8229240" cy="2158560"/>
          </a:xfrm>
          <a:prstGeom prst="rect">
            <a:avLst/>
          </a:prstGeom>
        </p:spPr>
        <p:txBody>
          <a:bodyPr lIns="0" tIns="0" rIns="0" bIns="0">
            <a:noAutofit/>
          </a:bodyPr>
          <a:lstStyle/>
          <a:p>
            <a:endParaRPr lang="en-US" sz="2400" b="0" strike="noStrike" spc="-1">
              <a:solidFill>
                <a:srgbClr val="376092"/>
              </a:solidFill>
              <a:latin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66" name="PlaceHolder 1"/>
          <p:cNvSpPr>
            <a:spLocks noGrp="1"/>
          </p:cNvSpPr>
          <p:nvPr>
            <p:ph type="title"/>
          </p:nvPr>
        </p:nvSpPr>
        <p:spPr>
          <a:xfrm>
            <a:off x="457200" y="274680"/>
            <a:ext cx="8229240" cy="1142640"/>
          </a:xfrm>
          <a:prstGeom prst="rect">
            <a:avLst/>
          </a:prstGeom>
        </p:spPr>
        <p:txBody>
          <a:bodyPr lIns="0" tIns="0" rIns="0" bIns="0">
            <a:noAutofit/>
          </a:bodyPr>
          <a:lstStyle/>
          <a:p>
            <a:endParaRPr lang="en-US" sz="3200" b="0" strike="noStrike" spc="-1">
              <a:solidFill>
                <a:srgbClr val="376092"/>
              </a:solidFill>
              <a:latin typeface="Arial"/>
            </a:endParaRPr>
          </a:p>
        </p:txBody>
      </p:sp>
      <p:sp>
        <p:nvSpPr>
          <p:cNvPr id="67" name="PlaceHolder 2"/>
          <p:cNvSpPr>
            <a:spLocks noGrp="1"/>
          </p:cNvSpPr>
          <p:nvPr>
            <p:ph type="body"/>
          </p:nvPr>
        </p:nvSpPr>
        <p:spPr>
          <a:xfrm>
            <a:off x="457200" y="1600200"/>
            <a:ext cx="8229240" cy="2158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68" name="PlaceHolder 3"/>
          <p:cNvSpPr>
            <a:spLocks noGrp="1"/>
          </p:cNvSpPr>
          <p:nvPr>
            <p:ph type="body"/>
          </p:nvPr>
        </p:nvSpPr>
        <p:spPr>
          <a:xfrm>
            <a:off x="457200" y="3964320"/>
            <a:ext cx="8229240" cy="2158560"/>
          </a:xfrm>
          <a:prstGeom prst="rect">
            <a:avLst/>
          </a:prstGeom>
        </p:spPr>
        <p:txBody>
          <a:bodyPr lIns="0" tIns="0" rIns="0" bIns="0">
            <a:noAutofit/>
          </a:bodyPr>
          <a:lstStyle/>
          <a:p>
            <a:endParaRPr lang="en-US" sz="2400" b="0" strike="noStrike" spc="-1">
              <a:solidFill>
                <a:srgbClr val="376092"/>
              </a:solidFill>
              <a:latin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69" name="PlaceHolder 1"/>
          <p:cNvSpPr>
            <a:spLocks noGrp="1"/>
          </p:cNvSpPr>
          <p:nvPr>
            <p:ph type="title"/>
          </p:nvPr>
        </p:nvSpPr>
        <p:spPr>
          <a:xfrm>
            <a:off x="457200" y="274680"/>
            <a:ext cx="8229240" cy="1142640"/>
          </a:xfrm>
          <a:prstGeom prst="rect">
            <a:avLst/>
          </a:prstGeom>
        </p:spPr>
        <p:txBody>
          <a:bodyPr lIns="0" tIns="0" rIns="0" bIns="0">
            <a:noAutofit/>
          </a:bodyPr>
          <a:lstStyle/>
          <a:p>
            <a:endParaRPr lang="en-US" sz="3200" b="0" strike="noStrike" spc="-1">
              <a:solidFill>
                <a:srgbClr val="376092"/>
              </a:solidFill>
              <a:latin typeface="Arial"/>
            </a:endParaRPr>
          </a:p>
        </p:txBody>
      </p:sp>
      <p:sp>
        <p:nvSpPr>
          <p:cNvPr id="70" name="PlaceHolder 2"/>
          <p:cNvSpPr>
            <a:spLocks noGrp="1"/>
          </p:cNvSpPr>
          <p:nvPr>
            <p:ph type="body"/>
          </p:nvPr>
        </p:nvSpPr>
        <p:spPr>
          <a:xfrm>
            <a:off x="457200" y="1600200"/>
            <a:ext cx="4015800" cy="2158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71" name="PlaceHolder 3"/>
          <p:cNvSpPr>
            <a:spLocks noGrp="1"/>
          </p:cNvSpPr>
          <p:nvPr>
            <p:ph type="body"/>
          </p:nvPr>
        </p:nvSpPr>
        <p:spPr>
          <a:xfrm>
            <a:off x="4674240" y="1600200"/>
            <a:ext cx="4015800" cy="2158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72" name="PlaceHolder 4"/>
          <p:cNvSpPr>
            <a:spLocks noGrp="1"/>
          </p:cNvSpPr>
          <p:nvPr>
            <p:ph type="body"/>
          </p:nvPr>
        </p:nvSpPr>
        <p:spPr>
          <a:xfrm>
            <a:off x="457200" y="3964320"/>
            <a:ext cx="4015800" cy="2158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73" name="PlaceHolder 5"/>
          <p:cNvSpPr>
            <a:spLocks noGrp="1"/>
          </p:cNvSpPr>
          <p:nvPr>
            <p:ph type="body"/>
          </p:nvPr>
        </p:nvSpPr>
        <p:spPr>
          <a:xfrm>
            <a:off x="4674240" y="3964320"/>
            <a:ext cx="4015800" cy="2158560"/>
          </a:xfrm>
          <a:prstGeom prst="rect">
            <a:avLst/>
          </a:prstGeom>
        </p:spPr>
        <p:txBody>
          <a:bodyPr lIns="0" tIns="0" rIns="0" bIns="0">
            <a:noAutofit/>
          </a:bodyPr>
          <a:lstStyle/>
          <a:p>
            <a:endParaRPr lang="en-US" sz="2400" b="0" strike="noStrike" spc="-1">
              <a:solidFill>
                <a:srgbClr val="376092"/>
              </a:solidFill>
              <a:latin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74" name="PlaceHolder 1"/>
          <p:cNvSpPr>
            <a:spLocks noGrp="1"/>
          </p:cNvSpPr>
          <p:nvPr>
            <p:ph type="title"/>
          </p:nvPr>
        </p:nvSpPr>
        <p:spPr>
          <a:xfrm>
            <a:off x="457200" y="274680"/>
            <a:ext cx="8229240" cy="1142640"/>
          </a:xfrm>
          <a:prstGeom prst="rect">
            <a:avLst/>
          </a:prstGeom>
        </p:spPr>
        <p:txBody>
          <a:bodyPr lIns="0" tIns="0" rIns="0" bIns="0">
            <a:noAutofit/>
          </a:bodyPr>
          <a:lstStyle/>
          <a:p>
            <a:endParaRPr lang="en-US" sz="3200" b="0" strike="noStrike" spc="-1">
              <a:solidFill>
                <a:srgbClr val="376092"/>
              </a:solidFill>
              <a:latin typeface="Arial"/>
            </a:endParaRPr>
          </a:p>
        </p:txBody>
      </p:sp>
      <p:sp>
        <p:nvSpPr>
          <p:cNvPr id="75" name="PlaceHolder 2"/>
          <p:cNvSpPr>
            <a:spLocks noGrp="1"/>
          </p:cNvSpPr>
          <p:nvPr>
            <p:ph type="body"/>
          </p:nvPr>
        </p:nvSpPr>
        <p:spPr>
          <a:xfrm>
            <a:off x="457200" y="1600200"/>
            <a:ext cx="2649600" cy="2158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76" name="PlaceHolder 3"/>
          <p:cNvSpPr>
            <a:spLocks noGrp="1"/>
          </p:cNvSpPr>
          <p:nvPr>
            <p:ph type="body"/>
          </p:nvPr>
        </p:nvSpPr>
        <p:spPr>
          <a:xfrm>
            <a:off x="3239640" y="1600200"/>
            <a:ext cx="2649600" cy="2158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77" name="PlaceHolder 4"/>
          <p:cNvSpPr>
            <a:spLocks noGrp="1"/>
          </p:cNvSpPr>
          <p:nvPr>
            <p:ph type="body"/>
          </p:nvPr>
        </p:nvSpPr>
        <p:spPr>
          <a:xfrm>
            <a:off x="6022080" y="1600200"/>
            <a:ext cx="2649600" cy="2158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78" name="PlaceHolder 5"/>
          <p:cNvSpPr>
            <a:spLocks noGrp="1"/>
          </p:cNvSpPr>
          <p:nvPr>
            <p:ph type="body"/>
          </p:nvPr>
        </p:nvSpPr>
        <p:spPr>
          <a:xfrm>
            <a:off x="457200" y="3964320"/>
            <a:ext cx="2649600" cy="2158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79" name="PlaceHolder 6"/>
          <p:cNvSpPr>
            <a:spLocks noGrp="1"/>
          </p:cNvSpPr>
          <p:nvPr>
            <p:ph type="body"/>
          </p:nvPr>
        </p:nvSpPr>
        <p:spPr>
          <a:xfrm>
            <a:off x="3239640" y="3964320"/>
            <a:ext cx="2649600" cy="2158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80" name="PlaceHolder 7"/>
          <p:cNvSpPr>
            <a:spLocks noGrp="1"/>
          </p:cNvSpPr>
          <p:nvPr>
            <p:ph type="body"/>
          </p:nvPr>
        </p:nvSpPr>
        <p:spPr>
          <a:xfrm>
            <a:off x="6022080" y="3964320"/>
            <a:ext cx="2649600" cy="2158560"/>
          </a:xfrm>
          <a:prstGeom prst="rect">
            <a:avLst/>
          </a:prstGeom>
        </p:spPr>
        <p:txBody>
          <a:bodyPr lIns="0" tIns="0" rIns="0" bIns="0">
            <a:noAutofit/>
          </a:bodyPr>
          <a:lstStyle/>
          <a:p>
            <a:endParaRPr lang="en-US" sz="2400" b="0" strike="noStrike" spc="-1">
              <a:solidFill>
                <a:srgbClr val="376092"/>
              </a:solidFill>
              <a:latin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97" name="PlaceHolder 1"/>
          <p:cNvSpPr>
            <a:spLocks noGrp="1"/>
          </p:cNvSpPr>
          <p:nvPr>
            <p:ph type="title"/>
          </p:nvPr>
        </p:nvSpPr>
        <p:spPr>
          <a:xfrm>
            <a:off x="457200" y="274680"/>
            <a:ext cx="8229240" cy="1142640"/>
          </a:xfrm>
          <a:prstGeom prst="rect">
            <a:avLst/>
          </a:prstGeom>
        </p:spPr>
        <p:txBody>
          <a:bodyPr lIns="0" tIns="0" rIns="0" bIns="0">
            <a:noAutofit/>
          </a:bodyPr>
          <a:lstStyle/>
          <a:p>
            <a:endParaRPr lang="en-US" sz="3200" b="0" strike="noStrike" spc="-1">
              <a:solidFill>
                <a:srgbClr val="376092"/>
              </a:solidFill>
              <a:latin typeface="Arial"/>
            </a:endParaRPr>
          </a:p>
        </p:txBody>
      </p:sp>
      <p:sp>
        <p:nvSpPr>
          <p:cNvPr id="98" name="PlaceHolder 2"/>
          <p:cNvSpPr>
            <a:spLocks noGrp="1"/>
          </p:cNvSpPr>
          <p:nvPr>
            <p:ph type="subTitle"/>
          </p:nvPr>
        </p:nvSpPr>
        <p:spPr>
          <a:xfrm>
            <a:off x="457200" y="1600200"/>
            <a:ext cx="8229240" cy="4525560"/>
          </a:xfrm>
          <a:prstGeom prst="rect">
            <a:avLst/>
          </a:prstGeom>
        </p:spPr>
        <p:txBody>
          <a:bodyPr lIns="0" tIns="0" rIns="0" bIns="0" anchor="ctr">
            <a:noAutofit/>
          </a:bodyPr>
          <a:lstStyle/>
          <a:p>
            <a:pPr algn="ctr"/>
            <a:endParaRPr lang="fr-FR" sz="3200" b="0" strike="noStrike" spc="-1">
              <a:latin typeface="Aria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99" name="PlaceHolder 1"/>
          <p:cNvSpPr>
            <a:spLocks noGrp="1"/>
          </p:cNvSpPr>
          <p:nvPr>
            <p:ph type="title"/>
          </p:nvPr>
        </p:nvSpPr>
        <p:spPr>
          <a:xfrm>
            <a:off x="457200" y="274680"/>
            <a:ext cx="8229240" cy="1142640"/>
          </a:xfrm>
          <a:prstGeom prst="rect">
            <a:avLst/>
          </a:prstGeom>
        </p:spPr>
        <p:txBody>
          <a:bodyPr lIns="0" tIns="0" rIns="0" bIns="0">
            <a:noAutofit/>
          </a:bodyPr>
          <a:lstStyle/>
          <a:p>
            <a:endParaRPr lang="en-US" sz="3200" b="0" strike="noStrike" spc="-1">
              <a:solidFill>
                <a:srgbClr val="376092"/>
              </a:solidFill>
              <a:latin typeface="Arial"/>
            </a:endParaRPr>
          </a:p>
        </p:txBody>
      </p:sp>
      <p:sp>
        <p:nvSpPr>
          <p:cNvPr id="100" name="PlaceHolder 2"/>
          <p:cNvSpPr>
            <a:spLocks noGrp="1"/>
          </p:cNvSpPr>
          <p:nvPr>
            <p:ph type="body"/>
          </p:nvPr>
        </p:nvSpPr>
        <p:spPr>
          <a:xfrm>
            <a:off x="457200" y="1600200"/>
            <a:ext cx="8229240" cy="4525560"/>
          </a:xfrm>
          <a:prstGeom prst="rect">
            <a:avLst/>
          </a:prstGeom>
        </p:spPr>
        <p:txBody>
          <a:bodyPr lIns="0" tIns="0" rIns="0" bIns="0">
            <a:noAutofit/>
          </a:bodyPr>
          <a:lstStyle/>
          <a:p>
            <a:endParaRPr lang="en-US" sz="2400" b="0" strike="noStrike" spc="-1">
              <a:solidFill>
                <a:srgbClr val="376092"/>
              </a:solidFill>
              <a:latin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101" name="PlaceHolder 1"/>
          <p:cNvSpPr>
            <a:spLocks noGrp="1"/>
          </p:cNvSpPr>
          <p:nvPr>
            <p:ph type="title"/>
          </p:nvPr>
        </p:nvSpPr>
        <p:spPr>
          <a:xfrm>
            <a:off x="457200" y="274680"/>
            <a:ext cx="8229240" cy="1142640"/>
          </a:xfrm>
          <a:prstGeom prst="rect">
            <a:avLst/>
          </a:prstGeom>
        </p:spPr>
        <p:txBody>
          <a:bodyPr lIns="0" tIns="0" rIns="0" bIns="0">
            <a:noAutofit/>
          </a:bodyPr>
          <a:lstStyle/>
          <a:p>
            <a:endParaRPr lang="en-US" sz="3200" b="0" strike="noStrike" spc="-1">
              <a:solidFill>
                <a:srgbClr val="376092"/>
              </a:solidFill>
              <a:latin typeface="Arial"/>
            </a:endParaRPr>
          </a:p>
        </p:txBody>
      </p:sp>
      <p:sp>
        <p:nvSpPr>
          <p:cNvPr id="102" name="PlaceHolder 2"/>
          <p:cNvSpPr>
            <a:spLocks noGrp="1"/>
          </p:cNvSpPr>
          <p:nvPr>
            <p:ph type="body"/>
          </p:nvPr>
        </p:nvSpPr>
        <p:spPr>
          <a:xfrm>
            <a:off x="457200" y="1600200"/>
            <a:ext cx="4015800" cy="4525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103" name="PlaceHolder 3"/>
          <p:cNvSpPr>
            <a:spLocks noGrp="1"/>
          </p:cNvSpPr>
          <p:nvPr>
            <p:ph type="body"/>
          </p:nvPr>
        </p:nvSpPr>
        <p:spPr>
          <a:xfrm>
            <a:off x="4674240" y="1600200"/>
            <a:ext cx="4015800" cy="4525560"/>
          </a:xfrm>
          <a:prstGeom prst="rect">
            <a:avLst/>
          </a:prstGeom>
        </p:spPr>
        <p:txBody>
          <a:bodyPr lIns="0" tIns="0" rIns="0" bIns="0">
            <a:noAutofit/>
          </a:bodyPr>
          <a:lstStyle/>
          <a:p>
            <a:endParaRPr lang="en-US" sz="2400" b="0" strike="noStrike" spc="-1">
              <a:solidFill>
                <a:srgbClr val="376092"/>
              </a:solidFill>
              <a:latin typeface="Aria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04" name="PlaceHolder 1"/>
          <p:cNvSpPr>
            <a:spLocks noGrp="1"/>
          </p:cNvSpPr>
          <p:nvPr>
            <p:ph type="title"/>
          </p:nvPr>
        </p:nvSpPr>
        <p:spPr>
          <a:xfrm>
            <a:off x="457200" y="274680"/>
            <a:ext cx="8229240" cy="1142640"/>
          </a:xfrm>
          <a:prstGeom prst="rect">
            <a:avLst/>
          </a:prstGeom>
        </p:spPr>
        <p:txBody>
          <a:bodyPr lIns="0" tIns="0" rIns="0" bIns="0">
            <a:noAutofit/>
          </a:bodyPr>
          <a:lstStyle/>
          <a:p>
            <a:endParaRPr lang="en-US" sz="3200" b="0" strike="noStrike" spc="-1">
              <a:solidFill>
                <a:srgbClr val="376092"/>
              </a:solidFill>
              <a:latin typeface="Arial"/>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05" name="PlaceHolder 1"/>
          <p:cNvSpPr>
            <a:spLocks noGrp="1"/>
          </p:cNvSpPr>
          <p:nvPr>
            <p:ph type="subTitle"/>
          </p:nvPr>
        </p:nvSpPr>
        <p:spPr>
          <a:xfrm>
            <a:off x="457200" y="274680"/>
            <a:ext cx="8229240" cy="5297760"/>
          </a:xfrm>
          <a:prstGeom prst="rect">
            <a:avLst/>
          </a:prstGeom>
        </p:spPr>
        <p:txBody>
          <a:bodyPr lIns="0" tIns="0" rIns="0" bIns="0" anchor="ctr">
            <a:noAutofit/>
          </a:bodyPr>
          <a:lstStyle/>
          <a:p>
            <a:pPr algn="ctr"/>
            <a:endParaRPr lang="fr-FR" sz="3200" b="0" strike="noStrike" spc="-1">
              <a:latin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06" name="PlaceHolder 1"/>
          <p:cNvSpPr>
            <a:spLocks noGrp="1"/>
          </p:cNvSpPr>
          <p:nvPr>
            <p:ph type="title"/>
          </p:nvPr>
        </p:nvSpPr>
        <p:spPr>
          <a:xfrm>
            <a:off x="457200" y="274680"/>
            <a:ext cx="8229240" cy="1142640"/>
          </a:xfrm>
          <a:prstGeom prst="rect">
            <a:avLst/>
          </a:prstGeom>
        </p:spPr>
        <p:txBody>
          <a:bodyPr lIns="0" tIns="0" rIns="0" bIns="0">
            <a:noAutofit/>
          </a:bodyPr>
          <a:lstStyle/>
          <a:p>
            <a:endParaRPr lang="en-US" sz="3200" b="0" strike="noStrike" spc="-1">
              <a:solidFill>
                <a:srgbClr val="376092"/>
              </a:solidFill>
              <a:latin typeface="Arial"/>
            </a:endParaRPr>
          </a:p>
        </p:txBody>
      </p:sp>
      <p:sp>
        <p:nvSpPr>
          <p:cNvPr id="107" name="PlaceHolder 2"/>
          <p:cNvSpPr>
            <a:spLocks noGrp="1"/>
          </p:cNvSpPr>
          <p:nvPr>
            <p:ph type="body"/>
          </p:nvPr>
        </p:nvSpPr>
        <p:spPr>
          <a:xfrm>
            <a:off x="457200" y="1600200"/>
            <a:ext cx="4015800" cy="2158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108" name="PlaceHolder 3"/>
          <p:cNvSpPr>
            <a:spLocks noGrp="1"/>
          </p:cNvSpPr>
          <p:nvPr>
            <p:ph type="body"/>
          </p:nvPr>
        </p:nvSpPr>
        <p:spPr>
          <a:xfrm>
            <a:off x="4674240" y="1600200"/>
            <a:ext cx="4015800" cy="4525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109" name="PlaceHolder 4"/>
          <p:cNvSpPr>
            <a:spLocks noGrp="1"/>
          </p:cNvSpPr>
          <p:nvPr>
            <p:ph type="body"/>
          </p:nvPr>
        </p:nvSpPr>
        <p:spPr>
          <a:xfrm>
            <a:off x="457200" y="3964320"/>
            <a:ext cx="4015800" cy="2158560"/>
          </a:xfrm>
          <a:prstGeom prst="rect">
            <a:avLst/>
          </a:prstGeom>
        </p:spPr>
        <p:txBody>
          <a:bodyPr lIns="0" tIns="0" rIns="0" bIns="0">
            <a:noAutofit/>
          </a:bodyPr>
          <a:lstStyle/>
          <a:p>
            <a:endParaRPr lang="en-US" sz="2400" b="0" strike="noStrike" spc="-1">
              <a:solidFill>
                <a:srgbClr val="376092"/>
              </a:solidFill>
              <a:latin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10" name="PlaceHolder 1"/>
          <p:cNvSpPr>
            <a:spLocks noGrp="1"/>
          </p:cNvSpPr>
          <p:nvPr>
            <p:ph type="title"/>
          </p:nvPr>
        </p:nvSpPr>
        <p:spPr>
          <a:xfrm>
            <a:off x="457200" y="274680"/>
            <a:ext cx="8229240" cy="1142640"/>
          </a:xfrm>
          <a:prstGeom prst="rect">
            <a:avLst/>
          </a:prstGeom>
        </p:spPr>
        <p:txBody>
          <a:bodyPr lIns="0" tIns="0" rIns="0" bIns="0">
            <a:noAutofit/>
          </a:bodyPr>
          <a:lstStyle/>
          <a:p>
            <a:endParaRPr lang="en-US" sz="3200" b="0" strike="noStrike" spc="-1">
              <a:solidFill>
                <a:srgbClr val="376092"/>
              </a:solidFill>
              <a:latin typeface="Arial"/>
            </a:endParaRPr>
          </a:p>
        </p:txBody>
      </p:sp>
      <p:sp>
        <p:nvSpPr>
          <p:cNvPr id="111" name="PlaceHolder 2"/>
          <p:cNvSpPr>
            <a:spLocks noGrp="1"/>
          </p:cNvSpPr>
          <p:nvPr>
            <p:ph type="body"/>
          </p:nvPr>
        </p:nvSpPr>
        <p:spPr>
          <a:xfrm>
            <a:off x="457200" y="1600200"/>
            <a:ext cx="4015800" cy="4525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112" name="PlaceHolder 3"/>
          <p:cNvSpPr>
            <a:spLocks noGrp="1"/>
          </p:cNvSpPr>
          <p:nvPr>
            <p:ph type="body"/>
          </p:nvPr>
        </p:nvSpPr>
        <p:spPr>
          <a:xfrm>
            <a:off x="4674240" y="1600200"/>
            <a:ext cx="4015800" cy="2158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113" name="PlaceHolder 4"/>
          <p:cNvSpPr>
            <a:spLocks noGrp="1"/>
          </p:cNvSpPr>
          <p:nvPr>
            <p:ph type="body"/>
          </p:nvPr>
        </p:nvSpPr>
        <p:spPr>
          <a:xfrm>
            <a:off x="4674240" y="3964320"/>
            <a:ext cx="4015800" cy="2158560"/>
          </a:xfrm>
          <a:prstGeom prst="rect">
            <a:avLst/>
          </a:prstGeom>
        </p:spPr>
        <p:txBody>
          <a:bodyPr lIns="0" tIns="0" rIns="0" bIns="0">
            <a:noAutofit/>
          </a:bodyPr>
          <a:lstStyle/>
          <a:p>
            <a:endParaRPr lang="en-US" sz="2400" b="0" strike="noStrike" spc="-1">
              <a:solidFill>
                <a:srgbClr val="376092"/>
              </a:solidFill>
              <a:latin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114" name="PlaceHolder 1"/>
          <p:cNvSpPr>
            <a:spLocks noGrp="1"/>
          </p:cNvSpPr>
          <p:nvPr>
            <p:ph type="title"/>
          </p:nvPr>
        </p:nvSpPr>
        <p:spPr>
          <a:xfrm>
            <a:off x="457200" y="274680"/>
            <a:ext cx="8229240" cy="1142640"/>
          </a:xfrm>
          <a:prstGeom prst="rect">
            <a:avLst/>
          </a:prstGeom>
        </p:spPr>
        <p:txBody>
          <a:bodyPr lIns="0" tIns="0" rIns="0" bIns="0">
            <a:noAutofit/>
          </a:bodyPr>
          <a:lstStyle/>
          <a:p>
            <a:endParaRPr lang="en-US" sz="3200" b="0" strike="noStrike" spc="-1">
              <a:solidFill>
                <a:srgbClr val="376092"/>
              </a:solidFill>
              <a:latin typeface="Arial"/>
            </a:endParaRPr>
          </a:p>
        </p:txBody>
      </p:sp>
      <p:sp>
        <p:nvSpPr>
          <p:cNvPr id="115" name="PlaceHolder 2"/>
          <p:cNvSpPr>
            <a:spLocks noGrp="1"/>
          </p:cNvSpPr>
          <p:nvPr>
            <p:ph type="body"/>
          </p:nvPr>
        </p:nvSpPr>
        <p:spPr>
          <a:xfrm>
            <a:off x="457200" y="1600200"/>
            <a:ext cx="4015800" cy="2158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116" name="PlaceHolder 3"/>
          <p:cNvSpPr>
            <a:spLocks noGrp="1"/>
          </p:cNvSpPr>
          <p:nvPr>
            <p:ph type="body"/>
          </p:nvPr>
        </p:nvSpPr>
        <p:spPr>
          <a:xfrm>
            <a:off x="4674240" y="1600200"/>
            <a:ext cx="4015800" cy="2158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117" name="PlaceHolder 4"/>
          <p:cNvSpPr>
            <a:spLocks noGrp="1"/>
          </p:cNvSpPr>
          <p:nvPr>
            <p:ph type="body"/>
          </p:nvPr>
        </p:nvSpPr>
        <p:spPr>
          <a:xfrm>
            <a:off x="457200" y="3964320"/>
            <a:ext cx="8229240" cy="2158560"/>
          </a:xfrm>
          <a:prstGeom prst="rect">
            <a:avLst/>
          </a:prstGeom>
        </p:spPr>
        <p:txBody>
          <a:bodyPr lIns="0" tIns="0" rIns="0" bIns="0">
            <a:noAutofit/>
          </a:bodyPr>
          <a:lstStyle/>
          <a:p>
            <a:endParaRPr lang="en-US" sz="2400" b="0" strike="noStrike" spc="-1">
              <a:solidFill>
                <a:srgbClr val="376092"/>
              </a:solidFill>
              <a:latin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118" name="PlaceHolder 1"/>
          <p:cNvSpPr>
            <a:spLocks noGrp="1"/>
          </p:cNvSpPr>
          <p:nvPr>
            <p:ph type="title"/>
          </p:nvPr>
        </p:nvSpPr>
        <p:spPr>
          <a:xfrm>
            <a:off x="457200" y="274680"/>
            <a:ext cx="8229240" cy="1142640"/>
          </a:xfrm>
          <a:prstGeom prst="rect">
            <a:avLst/>
          </a:prstGeom>
        </p:spPr>
        <p:txBody>
          <a:bodyPr lIns="0" tIns="0" rIns="0" bIns="0">
            <a:noAutofit/>
          </a:bodyPr>
          <a:lstStyle/>
          <a:p>
            <a:endParaRPr lang="en-US" sz="3200" b="0" strike="noStrike" spc="-1">
              <a:solidFill>
                <a:srgbClr val="376092"/>
              </a:solidFill>
              <a:latin typeface="Arial"/>
            </a:endParaRPr>
          </a:p>
        </p:txBody>
      </p:sp>
      <p:sp>
        <p:nvSpPr>
          <p:cNvPr id="119" name="PlaceHolder 2"/>
          <p:cNvSpPr>
            <a:spLocks noGrp="1"/>
          </p:cNvSpPr>
          <p:nvPr>
            <p:ph type="body"/>
          </p:nvPr>
        </p:nvSpPr>
        <p:spPr>
          <a:xfrm>
            <a:off x="457200" y="1600200"/>
            <a:ext cx="8229240" cy="2158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120" name="PlaceHolder 3"/>
          <p:cNvSpPr>
            <a:spLocks noGrp="1"/>
          </p:cNvSpPr>
          <p:nvPr>
            <p:ph type="body"/>
          </p:nvPr>
        </p:nvSpPr>
        <p:spPr>
          <a:xfrm>
            <a:off x="457200" y="3964320"/>
            <a:ext cx="8229240" cy="2158560"/>
          </a:xfrm>
          <a:prstGeom prst="rect">
            <a:avLst/>
          </a:prstGeom>
        </p:spPr>
        <p:txBody>
          <a:bodyPr lIns="0" tIns="0" rIns="0" bIns="0">
            <a:noAutofit/>
          </a:bodyPr>
          <a:lstStyle/>
          <a:p>
            <a:endParaRPr lang="en-US" sz="2400" b="0" strike="noStrike" spc="-1">
              <a:solidFill>
                <a:srgbClr val="376092"/>
              </a:solidFill>
              <a:latin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121" name="PlaceHolder 1"/>
          <p:cNvSpPr>
            <a:spLocks noGrp="1"/>
          </p:cNvSpPr>
          <p:nvPr>
            <p:ph type="title"/>
          </p:nvPr>
        </p:nvSpPr>
        <p:spPr>
          <a:xfrm>
            <a:off x="457200" y="274680"/>
            <a:ext cx="8229240" cy="1142640"/>
          </a:xfrm>
          <a:prstGeom prst="rect">
            <a:avLst/>
          </a:prstGeom>
        </p:spPr>
        <p:txBody>
          <a:bodyPr lIns="0" tIns="0" rIns="0" bIns="0">
            <a:noAutofit/>
          </a:bodyPr>
          <a:lstStyle/>
          <a:p>
            <a:endParaRPr lang="en-US" sz="3200" b="0" strike="noStrike" spc="-1">
              <a:solidFill>
                <a:srgbClr val="376092"/>
              </a:solidFill>
              <a:latin typeface="Arial"/>
            </a:endParaRPr>
          </a:p>
        </p:txBody>
      </p:sp>
      <p:sp>
        <p:nvSpPr>
          <p:cNvPr id="122" name="PlaceHolder 2"/>
          <p:cNvSpPr>
            <a:spLocks noGrp="1"/>
          </p:cNvSpPr>
          <p:nvPr>
            <p:ph type="body"/>
          </p:nvPr>
        </p:nvSpPr>
        <p:spPr>
          <a:xfrm>
            <a:off x="457200" y="1600200"/>
            <a:ext cx="4015800" cy="2158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123" name="PlaceHolder 3"/>
          <p:cNvSpPr>
            <a:spLocks noGrp="1"/>
          </p:cNvSpPr>
          <p:nvPr>
            <p:ph type="body"/>
          </p:nvPr>
        </p:nvSpPr>
        <p:spPr>
          <a:xfrm>
            <a:off x="4674240" y="1600200"/>
            <a:ext cx="4015800" cy="2158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124" name="PlaceHolder 4"/>
          <p:cNvSpPr>
            <a:spLocks noGrp="1"/>
          </p:cNvSpPr>
          <p:nvPr>
            <p:ph type="body"/>
          </p:nvPr>
        </p:nvSpPr>
        <p:spPr>
          <a:xfrm>
            <a:off x="457200" y="3964320"/>
            <a:ext cx="4015800" cy="2158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125" name="PlaceHolder 5"/>
          <p:cNvSpPr>
            <a:spLocks noGrp="1"/>
          </p:cNvSpPr>
          <p:nvPr>
            <p:ph type="body"/>
          </p:nvPr>
        </p:nvSpPr>
        <p:spPr>
          <a:xfrm>
            <a:off x="4674240" y="3964320"/>
            <a:ext cx="4015800" cy="2158560"/>
          </a:xfrm>
          <a:prstGeom prst="rect">
            <a:avLst/>
          </a:prstGeom>
        </p:spPr>
        <p:txBody>
          <a:bodyPr lIns="0" tIns="0" rIns="0" bIns="0">
            <a:noAutofit/>
          </a:bodyPr>
          <a:lstStyle/>
          <a:p>
            <a:endParaRPr lang="en-US" sz="2400" b="0" strike="noStrike" spc="-1">
              <a:solidFill>
                <a:srgbClr val="376092"/>
              </a:solidFill>
              <a:latin typeface="Arial"/>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126" name="PlaceHolder 1"/>
          <p:cNvSpPr>
            <a:spLocks noGrp="1"/>
          </p:cNvSpPr>
          <p:nvPr>
            <p:ph type="title"/>
          </p:nvPr>
        </p:nvSpPr>
        <p:spPr>
          <a:xfrm>
            <a:off x="457200" y="274680"/>
            <a:ext cx="8229240" cy="1142640"/>
          </a:xfrm>
          <a:prstGeom prst="rect">
            <a:avLst/>
          </a:prstGeom>
        </p:spPr>
        <p:txBody>
          <a:bodyPr lIns="0" tIns="0" rIns="0" bIns="0">
            <a:noAutofit/>
          </a:bodyPr>
          <a:lstStyle/>
          <a:p>
            <a:endParaRPr lang="en-US" sz="3200" b="0" strike="noStrike" spc="-1">
              <a:solidFill>
                <a:srgbClr val="376092"/>
              </a:solidFill>
              <a:latin typeface="Arial"/>
            </a:endParaRPr>
          </a:p>
        </p:txBody>
      </p:sp>
      <p:sp>
        <p:nvSpPr>
          <p:cNvPr id="127" name="PlaceHolder 2"/>
          <p:cNvSpPr>
            <a:spLocks noGrp="1"/>
          </p:cNvSpPr>
          <p:nvPr>
            <p:ph type="body"/>
          </p:nvPr>
        </p:nvSpPr>
        <p:spPr>
          <a:xfrm>
            <a:off x="457200" y="1600200"/>
            <a:ext cx="2649600" cy="2158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128" name="PlaceHolder 3"/>
          <p:cNvSpPr>
            <a:spLocks noGrp="1"/>
          </p:cNvSpPr>
          <p:nvPr>
            <p:ph type="body"/>
          </p:nvPr>
        </p:nvSpPr>
        <p:spPr>
          <a:xfrm>
            <a:off x="3239640" y="1600200"/>
            <a:ext cx="2649600" cy="2158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129" name="PlaceHolder 4"/>
          <p:cNvSpPr>
            <a:spLocks noGrp="1"/>
          </p:cNvSpPr>
          <p:nvPr>
            <p:ph type="body"/>
          </p:nvPr>
        </p:nvSpPr>
        <p:spPr>
          <a:xfrm>
            <a:off x="6022080" y="1600200"/>
            <a:ext cx="2649600" cy="2158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130" name="PlaceHolder 5"/>
          <p:cNvSpPr>
            <a:spLocks noGrp="1"/>
          </p:cNvSpPr>
          <p:nvPr>
            <p:ph type="body"/>
          </p:nvPr>
        </p:nvSpPr>
        <p:spPr>
          <a:xfrm>
            <a:off x="457200" y="3964320"/>
            <a:ext cx="2649600" cy="2158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131" name="PlaceHolder 6"/>
          <p:cNvSpPr>
            <a:spLocks noGrp="1"/>
          </p:cNvSpPr>
          <p:nvPr>
            <p:ph type="body"/>
          </p:nvPr>
        </p:nvSpPr>
        <p:spPr>
          <a:xfrm>
            <a:off x="3239640" y="3964320"/>
            <a:ext cx="2649600" cy="2158560"/>
          </a:xfrm>
          <a:prstGeom prst="rect">
            <a:avLst/>
          </a:prstGeom>
        </p:spPr>
        <p:txBody>
          <a:bodyPr lIns="0" tIns="0" rIns="0" bIns="0">
            <a:noAutofit/>
          </a:bodyPr>
          <a:lstStyle/>
          <a:p>
            <a:endParaRPr lang="en-US" sz="2400" b="0" strike="noStrike" spc="-1">
              <a:solidFill>
                <a:srgbClr val="376092"/>
              </a:solidFill>
              <a:latin typeface="Arial"/>
            </a:endParaRPr>
          </a:p>
        </p:txBody>
      </p:sp>
      <p:sp>
        <p:nvSpPr>
          <p:cNvPr id="132" name="PlaceHolder 7"/>
          <p:cNvSpPr>
            <a:spLocks noGrp="1"/>
          </p:cNvSpPr>
          <p:nvPr>
            <p:ph type="body"/>
          </p:nvPr>
        </p:nvSpPr>
        <p:spPr>
          <a:xfrm>
            <a:off x="6022080" y="3964320"/>
            <a:ext cx="2649600" cy="2158560"/>
          </a:xfrm>
          <a:prstGeom prst="rect">
            <a:avLst/>
          </a:prstGeom>
        </p:spPr>
        <p:txBody>
          <a:bodyPr lIns="0" tIns="0" rIns="0" bIns="0">
            <a:noAutofit/>
          </a:bodyPr>
          <a:lstStyle/>
          <a:p>
            <a:endParaRPr lang="en-US" sz="2400" b="0" strike="noStrike" spc="-1">
              <a:solidFill>
                <a:srgbClr val="376092"/>
              </a:solidFill>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2.xml"/><Relationship Id="rId13" Type="http://schemas.openxmlformats.org/officeDocument/2006/relationships/theme" Target="../theme/theme3.xml"/><Relationship Id="rId18" Type="http://schemas.openxmlformats.org/officeDocument/2006/relationships/image" Target="../media/image3.png"/><Relationship Id="rId3" Type="http://schemas.openxmlformats.org/officeDocument/2006/relationships/slideLayout" Target="../slideLayouts/slideLayout27.xml"/><Relationship Id="rId7" Type="http://schemas.openxmlformats.org/officeDocument/2006/relationships/slideLayout" Target="../slideLayouts/slideLayout31.xml"/><Relationship Id="rId12" Type="http://schemas.openxmlformats.org/officeDocument/2006/relationships/slideLayout" Target="../slideLayouts/slideLayout36.xml"/><Relationship Id="rId17" Type="http://schemas.openxmlformats.org/officeDocument/2006/relationships/hyperlink" Target="http://www.showeet.com/terms-of-use/" TargetMode="External"/><Relationship Id="rId2" Type="http://schemas.openxmlformats.org/officeDocument/2006/relationships/slideLayout" Target="../slideLayouts/slideLayout26.xml"/><Relationship Id="rId16" Type="http://schemas.openxmlformats.org/officeDocument/2006/relationships/hyperlink" Target="http://www.showeet.com/" TargetMode="External"/><Relationship Id="rId1" Type="http://schemas.openxmlformats.org/officeDocument/2006/relationships/slideLayout" Target="../slideLayouts/slideLayout25.xml"/><Relationship Id="rId6" Type="http://schemas.openxmlformats.org/officeDocument/2006/relationships/slideLayout" Target="../slideLayouts/slideLayout30.xml"/><Relationship Id="rId11" Type="http://schemas.openxmlformats.org/officeDocument/2006/relationships/slideLayout" Target="../slideLayouts/slideLayout35.xml"/><Relationship Id="rId5" Type="http://schemas.openxmlformats.org/officeDocument/2006/relationships/slideLayout" Target="../slideLayouts/slideLayout29.xml"/><Relationship Id="rId15" Type="http://schemas.openxmlformats.org/officeDocument/2006/relationships/image" Target="../media/image2.png"/><Relationship Id="rId10" Type="http://schemas.openxmlformats.org/officeDocument/2006/relationships/slideLayout" Target="../slideLayouts/slideLayout34.xml"/><Relationship Id="rId19" Type="http://schemas.openxmlformats.org/officeDocument/2006/relationships/image" Target="../media/image4.emf"/><Relationship Id="rId4" Type="http://schemas.openxmlformats.org/officeDocument/2006/relationships/slideLayout" Target="../slideLayouts/slideLayout28.xml"/><Relationship Id="rId9" Type="http://schemas.openxmlformats.org/officeDocument/2006/relationships/slideLayout" Target="../slideLayouts/slideLayout33.xml"/><Relationship Id="rId14" Type="http://schemas.openxmlformats.org/officeDocument/2006/relationships/hyperlink" Target="http://creativecommons.org/licenses/by-nd/3.0/" TargetMode="Externa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PlaceHolder 1"/>
          <p:cNvSpPr>
            <a:spLocks noGrp="1"/>
          </p:cNvSpPr>
          <p:nvPr>
            <p:ph type="title"/>
          </p:nvPr>
        </p:nvSpPr>
        <p:spPr>
          <a:xfrm>
            <a:off x="1043640" y="4149000"/>
            <a:ext cx="7772040" cy="1469520"/>
          </a:xfrm>
          <a:prstGeom prst="rect">
            <a:avLst/>
          </a:prstGeom>
        </p:spPr>
        <p:txBody>
          <a:bodyPr lIns="90000" tIns="45000" rIns="90000" bIns="45000">
            <a:noAutofit/>
          </a:bodyPr>
          <a:lstStyle/>
          <a:p>
            <a:pPr algn="ctr"/>
            <a:r>
              <a:rPr lang="en-US" sz="4400" b="0" strike="noStrike" spc="-1">
                <a:solidFill>
                  <a:srgbClr val="490A3D"/>
                </a:solidFill>
                <a:latin typeface="Arial"/>
                <a:ea typeface="Arial"/>
              </a:rPr>
              <a:t>Click to edit the title text format</a:t>
            </a:r>
            <a:endParaRPr lang="en-US" sz="4400" b="0" strike="noStrike" spc="-1">
              <a:solidFill>
                <a:srgbClr val="376092"/>
              </a:solidFill>
              <a:latin typeface="Arial"/>
            </a:endParaRPr>
          </a:p>
        </p:txBody>
      </p:sp>
      <p:sp>
        <p:nvSpPr>
          <p:cNvPr id="4" name="PlaceHolder 2"/>
          <p:cNvSpPr>
            <a:spLocks noGrp="1"/>
          </p:cNvSpPr>
          <p:nvPr>
            <p:ph type="body"/>
          </p:nvPr>
        </p:nvSpPr>
        <p:spPr>
          <a:xfrm>
            <a:off x="1043640" y="5733360"/>
            <a:ext cx="7772040" cy="923760"/>
          </a:xfrm>
          <a:prstGeom prst="rect">
            <a:avLst/>
          </a:prstGeom>
        </p:spPr>
        <p:txBody>
          <a:bodyPr lIns="90000" tIns="45000" rIns="90000" bIns="45000">
            <a:noAutofit/>
          </a:bodyPr>
          <a:lstStyle/>
          <a:p>
            <a:pPr marL="432000" indent="-324000" algn="r">
              <a:spcAft>
                <a:spcPts val="1060"/>
              </a:spcAft>
              <a:buClr>
                <a:srgbClr val="000000"/>
              </a:buClr>
              <a:buSzPct val="45000"/>
              <a:buFont typeface="Wingdings" charset="2"/>
              <a:buChar char=""/>
            </a:pPr>
            <a:r>
              <a:rPr lang="en-US" sz="2400" b="0" strike="noStrike" spc="-1">
                <a:solidFill>
                  <a:srgbClr val="808080"/>
                </a:solidFill>
                <a:latin typeface="Arial"/>
                <a:ea typeface="Arial"/>
              </a:rPr>
              <a:t>Click to edit the outline text format</a:t>
            </a:r>
            <a:endParaRPr lang="en-US" sz="2400" b="0" strike="noStrike" spc="-1">
              <a:solidFill>
                <a:srgbClr val="999999"/>
              </a:solidFill>
              <a:latin typeface="Arial"/>
            </a:endParaRPr>
          </a:p>
          <a:p>
            <a:pPr marL="864000" lvl="1" indent="-324000" algn="r">
              <a:spcAft>
                <a:spcPts val="1134"/>
              </a:spcAft>
              <a:buClr>
                <a:srgbClr val="000000"/>
              </a:buClr>
              <a:buSzPct val="45000"/>
              <a:buFont typeface="Wingdings" charset="2"/>
              <a:buChar char=""/>
            </a:pPr>
            <a:r>
              <a:rPr lang="en-US" sz="2400" b="0" strike="noStrike" spc="-1">
                <a:solidFill>
                  <a:srgbClr val="808080"/>
                </a:solidFill>
                <a:latin typeface="Arial"/>
                <a:ea typeface="Arial"/>
              </a:rPr>
              <a:t>Second Outline Level</a:t>
            </a:r>
            <a:endParaRPr lang="en-US" sz="2400" b="0" strike="noStrike" spc="-1">
              <a:solidFill>
                <a:srgbClr val="999999"/>
              </a:solidFill>
              <a:latin typeface="Calibri"/>
            </a:endParaRPr>
          </a:p>
          <a:p>
            <a:pPr marL="1296000" lvl="2" indent="-288000" algn="r">
              <a:spcAft>
                <a:spcPts val="850"/>
              </a:spcAft>
              <a:buClr>
                <a:srgbClr val="000000"/>
              </a:buClr>
              <a:buSzPct val="75000"/>
              <a:buFont typeface="Symbol" charset="2"/>
              <a:buChar char=""/>
            </a:pPr>
            <a:r>
              <a:rPr lang="en-US" sz="2400" b="0" strike="noStrike" spc="-1">
                <a:solidFill>
                  <a:srgbClr val="808080"/>
                </a:solidFill>
                <a:latin typeface="Arial"/>
                <a:ea typeface="Arial"/>
              </a:rPr>
              <a:t>Third Outline Level</a:t>
            </a:r>
            <a:endParaRPr lang="en-US" sz="2400" b="0" strike="noStrike" spc="-1">
              <a:solidFill>
                <a:srgbClr val="999999"/>
              </a:solidFill>
              <a:latin typeface="Calibri"/>
            </a:endParaRPr>
          </a:p>
          <a:p>
            <a:pPr marL="1728000" lvl="3" indent="-216000" algn="r">
              <a:spcAft>
                <a:spcPts val="567"/>
              </a:spcAft>
              <a:buClr>
                <a:srgbClr val="000000"/>
              </a:buClr>
              <a:buSzPct val="45000"/>
              <a:buFont typeface="Wingdings" charset="2"/>
              <a:buChar char=""/>
            </a:pPr>
            <a:r>
              <a:rPr lang="en-US" sz="2400" b="0" strike="noStrike" spc="-1">
                <a:solidFill>
                  <a:srgbClr val="808080"/>
                </a:solidFill>
                <a:latin typeface="Arial"/>
                <a:ea typeface="Arial"/>
              </a:rPr>
              <a:t>Fourth Outline Level</a:t>
            </a:r>
            <a:endParaRPr lang="en-US" sz="2400" b="0" strike="noStrike" spc="-1">
              <a:solidFill>
                <a:srgbClr val="999999"/>
              </a:solidFill>
              <a:latin typeface="Calibri"/>
            </a:endParaRPr>
          </a:p>
          <a:p>
            <a:pPr marL="2160000" lvl="4" indent="-216000" algn="r">
              <a:spcAft>
                <a:spcPts val="283"/>
              </a:spcAft>
              <a:buClr>
                <a:srgbClr val="000000"/>
              </a:buClr>
              <a:buSzPct val="75000"/>
              <a:buFont typeface="Symbol" charset="2"/>
              <a:buChar char=""/>
            </a:pPr>
            <a:r>
              <a:rPr lang="en-US" sz="2400" b="0" strike="noStrike" spc="-1">
                <a:solidFill>
                  <a:srgbClr val="808080"/>
                </a:solidFill>
                <a:latin typeface="Arial"/>
                <a:ea typeface="Arial"/>
              </a:rPr>
              <a:t>Fifth Outline Level</a:t>
            </a:r>
            <a:endParaRPr lang="en-US" sz="2400" b="0" strike="noStrike" spc="-1">
              <a:solidFill>
                <a:srgbClr val="999999"/>
              </a:solidFill>
              <a:latin typeface="Calibri"/>
            </a:endParaRPr>
          </a:p>
          <a:p>
            <a:pPr marL="2592000" lvl="5" indent="-216000" algn="r">
              <a:spcAft>
                <a:spcPts val="283"/>
              </a:spcAft>
              <a:buClr>
                <a:srgbClr val="000000"/>
              </a:buClr>
              <a:buSzPct val="45000"/>
              <a:buFont typeface="Wingdings" charset="2"/>
              <a:buChar char=""/>
            </a:pPr>
            <a:r>
              <a:rPr lang="en-US" sz="2400" b="0" strike="noStrike" spc="-1">
                <a:solidFill>
                  <a:srgbClr val="808080"/>
                </a:solidFill>
                <a:latin typeface="Arial"/>
                <a:ea typeface="Arial"/>
              </a:rPr>
              <a:t>Sixth Outline Level</a:t>
            </a:r>
            <a:endParaRPr lang="en-US" sz="2400" b="0" strike="noStrike" spc="-1">
              <a:solidFill>
                <a:srgbClr val="999999"/>
              </a:solidFill>
              <a:latin typeface="Calibri"/>
            </a:endParaRPr>
          </a:p>
          <a:p>
            <a:pPr marL="3024000" lvl="6" indent="-216000" algn="r">
              <a:spcAft>
                <a:spcPts val="283"/>
              </a:spcAft>
              <a:buClr>
                <a:srgbClr val="000000"/>
              </a:buClr>
              <a:buSzPct val="45000"/>
              <a:buFont typeface="Wingdings" charset="2"/>
              <a:buChar char=""/>
            </a:pPr>
            <a:r>
              <a:rPr lang="en-US" sz="2400" b="0" strike="noStrike" spc="-1">
                <a:solidFill>
                  <a:srgbClr val="808080"/>
                </a:solidFill>
                <a:latin typeface="Arial"/>
                <a:ea typeface="Arial"/>
              </a:rPr>
              <a:t>Seventh Outline Level</a:t>
            </a:r>
            <a:endParaRPr lang="en-US" sz="2400" b="0" strike="noStrike" spc="-1">
              <a:solidFill>
                <a:srgbClr val="999999"/>
              </a:solidFill>
              <a:latin typeface="Calibri"/>
            </a:endParaRPr>
          </a:p>
          <a:p>
            <a:pPr marL="3456000" lvl="7" indent="-216000" algn="r">
              <a:spcAft>
                <a:spcPts val="283"/>
              </a:spcAft>
              <a:buClr>
                <a:srgbClr val="000000"/>
              </a:buClr>
              <a:buSzPct val="45000"/>
              <a:buFont typeface="Wingdings" charset="2"/>
              <a:buChar char=""/>
            </a:pPr>
            <a:r>
              <a:rPr lang="en-US" sz="2400" b="0" strike="noStrike" spc="-1">
                <a:solidFill>
                  <a:srgbClr val="808080"/>
                </a:solidFill>
                <a:latin typeface="Arial"/>
                <a:ea typeface="Arial"/>
              </a:rPr>
              <a:t>Eighth Outline Level</a:t>
            </a:r>
            <a:endParaRPr lang="en-US" sz="2400" b="0" strike="noStrike" spc="-1">
              <a:solidFill>
                <a:srgbClr val="999999"/>
              </a:solidFill>
              <a:latin typeface="Calibri"/>
            </a:endParaRPr>
          </a:p>
          <a:p>
            <a:pPr marL="3888000" lvl="8" indent="-216000" algn="r">
              <a:spcAft>
                <a:spcPts val="283"/>
              </a:spcAft>
              <a:buClr>
                <a:srgbClr val="000000"/>
              </a:buClr>
              <a:buSzPct val="45000"/>
              <a:buFont typeface="Wingdings" charset="2"/>
              <a:buChar char=""/>
            </a:pPr>
            <a:r>
              <a:rPr lang="en-US" sz="2400" b="0" strike="noStrike" spc="-1">
                <a:solidFill>
                  <a:srgbClr val="808080"/>
                </a:solidFill>
                <a:latin typeface="Arial"/>
                <a:ea typeface="Arial"/>
              </a:rPr>
              <a:t>Ninth Outline LevelClick to edit Master subtitle style</a:t>
            </a:r>
            <a:endParaRPr lang="en-US" sz="2400" b="0" strike="noStrike" spc="-1">
              <a:solidFill>
                <a:srgbClr val="999999"/>
              </a:solidFill>
              <a:latin typeface="Calibri"/>
            </a:endParaRPr>
          </a:p>
        </p:txBody>
      </p:sp>
      <p:pic>
        <p:nvPicPr>
          <p:cNvPr id="2" name="Picture 2"/>
          <p:cNvPicPr/>
          <p:nvPr/>
        </p:nvPicPr>
        <p:blipFill>
          <a:blip r:embed="rId14"/>
          <a:stretch/>
        </p:blipFill>
        <p:spPr>
          <a:xfrm>
            <a:off x="-420840" y="-143640"/>
            <a:ext cx="9984960" cy="4053960"/>
          </a:xfrm>
          <a:prstGeom prst="rect">
            <a:avLst/>
          </a:prstGeom>
          <a:ln w="0">
            <a:noFill/>
          </a:ln>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9" name="PlaceHolder 1"/>
          <p:cNvSpPr>
            <a:spLocks noGrp="1"/>
          </p:cNvSpPr>
          <p:nvPr>
            <p:ph type="title"/>
          </p:nvPr>
        </p:nvSpPr>
        <p:spPr>
          <a:xfrm>
            <a:off x="457200" y="274680"/>
            <a:ext cx="8229240" cy="1142640"/>
          </a:xfrm>
          <a:prstGeom prst="rect">
            <a:avLst/>
          </a:prstGeom>
        </p:spPr>
        <p:txBody>
          <a:bodyPr lIns="90000" tIns="45000" rIns="90000" bIns="45000">
            <a:noAutofit/>
          </a:bodyPr>
          <a:lstStyle/>
          <a:p>
            <a:pPr algn="ctr"/>
            <a:r>
              <a:rPr lang="en-US" sz="3200" b="1" strike="noStrike" spc="-1">
                <a:solidFill>
                  <a:srgbClr val="490A3D"/>
                </a:solidFill>
                <a:latin typeface="Arial"/>
                <a:ea typeface="Arial"/>
              </a:rPr>
              <a:t>Click to edit the title text format</a:t>
            </a:r>
            <a:endParaRPr lang="en-US" sz="3200" b="0" strike="noStrike" spc="-1">
              <a:solidFill>
                <a:srgbClr val="376092"/>
              </a:solidFill>
              <a:latin typeface="Arial"/>
            </a:endParaRPr>
          </a:p>
        </p:txBody>
      </p:sp>
      <p:sp>
        <p:nvSpPr>
          <p:cNvPr id="40" name="PlaceHolder 2"/>
          <p:cNvSpPr>
            <a:spLocks noGrp="1"/>
          </p:cNvSpPr>
          <p:nvPr>
            <p:ph type="body"/>
          </p:nvPr>
        </p:nvSpPr>
        <p:spPr>
          <a:xfrm>
            <a:off x="457200" y="1600200"/>
            <a:ext cx="8229240" cy="4525560"/>
          </a:xfrm>
          <a:prstGeom prst="rect">
            <a:avLst/>
          </a:prstGeom>
        </p:spPr>
        <p:txBody>
          <a:bodyPr lIns="90000" tIns="45000" rIns="90000" bIns="45000">
            <a:noAutofit/>
          </a:bodyPr>
          <a:lstStyle/>
          <a:p>
            <a:pPr marL="432000" indent="-324000">
              <a:spcAft>
                <a:spcPts val="1060"/>
              </a:spcAft>
              <a:buClr>
                <a:srgbClr val="000000"/>
              </a:buClr>
              <a:buSzPct val="45000"/>
              <a:buFont typeface="Wingdings" charset="2"/>
              <a:buChar char=""/>
            </a:pPr>
            <a:r>
              <a:rPr lang="en-US" sz="2400" b="0" strike="noStrike" spc="-1">
                <a:solidFill>
                  <a:srgbClr val="490A3D"/>
                </a:solidFill>
                <a:latin typeface="Arial"/>
                <a:ea typeface="Arial"/>
              </a:rPr>
              <a:t>Click to edit the outline text format</a:t>
            </a:r>
            <a:endParaRPr lang="en-US" sz="2400" b="0" strike="noStrike" spc="-1">
              <a:solidFill>
                <a:srgbClr val="376092"/>
              </a:solidFill>
              <a:latin typeface="Arial"/>
            </a:endParaRPr>
          </a:p>
          <a:p>
            <a:pPr marL="864000" lvl="1" indent="-324000">
              <a:spcAft>
                <a:spcPts val="1134"/>
              </a:spcAft>
              <a:buClr>
                <a:srgbClr val="000000"/>
              </a:buClr>
              <a:buSzPct val="45000"/>
              <a:buFont typeface="Wingdings" charset="2"/>
              <a:buChar char=""/>
            </a:pPr>
            <a:r>
              <a:rPr lang="en-US" sz="2200" b="0" strike="noStrike" spc="-1">
                <a:solidFill>
                  <a:srgbClr val="490A3D"/>
                </a:solidFill>
                <a:latin typeface="Arial"/>
                <a:ea typeface="Arial"/>
              </a:rPr>
              <a:t>Second Outline Level</a:t>
            </a:r>
            <a:endParaRPr lang="en-US" sz="2200" b="0" strike="noStrike" spc="-1">
              <a:solidFill>
                <a:srgbClr val="376092"/>
              </a:solidFill>
              <a:latin typeface="Calibri"/>
            </a:endParaRPr>
          </a:p>
          <a:p>
            <a:pPr marL="1296000" lvl="2" indent="-288000">
              <a:spcAft>
                <a:spcPts val="850"/>
              </a:spcAft>
              <a:buClr>
                <a:srgbClr val="000000"/>
              </a:buClr>
              <a:buSzPct val="75000"/>
              <a:buFont typeface="Symbol" charset="2"/>
              <a:buChar char=""/>
            </a:pPr>
            <a:r>
              <a:rPr lang="en-US" sz="2000" b="0" strike="noStrike" spc="-1">
                <a:solidFill>
                  <a:srgbClr val="490A3D"/>
                </a:solidFill>
                <a:latin typeface="Arial"/>
                <a:ea typeface="Arial"/>
              </a:rPr>
              <a:t>Third Outline Level</a:t>
            </a:r>
            <a:endParaRPr lang="en-US" sz="2000" b="0" strike="noStrike" spc="-1">
              <a:solidFill>
                <a:srgbClr val="376092"/>
              </a:solidFill>
              <a:latin typeface="Calibri"/>
            </a:endParaRPr>
          </a:p>
          <a:p>
            <a:pPr marL="1728000" lvl="3" indent="-216000">
              <a:spcAft>
                <a:spcPts val="567"/>
              </a:spcAft>
              <a:buClr>
                <a:srgbClr val="000000"/>
              </a:buClr>
              <a:buSzPct val="45000"/>
              <a:buFont typeface="Wingdings" charset="2"/>
              <a:buChar char=""/>
            </a:pPr>
            <a:r>
              <a:rPr lang="en-US" sz="1800" b="0" strike="noStrike" spc="-1">
                <a:solidFill>
                  <a:srgbClr val="490A3D"/>
                </a:solidFill>
                <a:latin typeface="Arial"/>
                <a:ea typeface="Arial"/>
              </a:rPr>
              <a:t>Fourth Outline Level</a:t>
            </a:r>
            <a:endParaRPr lang="en-US" sz="1800" b="0" strike="noStrike" spc="-1">
              <a:solidFill>
                <a:srgbClr val="376092"/>
              </a:solidFill>
              <a:latin typeface="Calibri"/>
            </a:endParaRPr>
          </a:p>
          <a:p>
            <a:pPr marL="2160000" lvl="4" indent="-216000">
              <a:spcAft>
                <a:spcPts val="283"/>
              </a:spcAft>
              <a:buClr>
                <a:srgbClr val="000000"/>
              </a:buClr>
              <a:buSzPct val="75000"/>
              <a:buFont typeface="Symbol" charset="2"/>
              <a:buChar char=""/>
            </a:pPr>
            <a:r>
              <a:rPr lang="en-US" sz="1600" b="0" strike="noStrike" spc="-1">
                <a:solidFill>
                  <a:srgbClr val="490A3D"/>
                </a:solidFill>
                <a:latin typeface="Arial"/>
                <a:ea typeface="Arial"/>
              </a:rPr>
              <a:t>Fifth Outline Level</a:t>
            </a:r>
            <a:endParaRPr lang="en-US" sz="1600" b="0" strike="noStrike" spc="-1">
              <a:solidFill>
                <a:srgbClr val="376092"/>
              </a:solidFill>
              <a:latin typeface="Calibri"/>
            </a:endParaRPr>
          </a:p>
          <a:p>
            <a:pPr marL="2592000" lvl="5" indent="-216000">
              <a:spcAft>
                <a:spcPts val="283"/>
              </a:spcAft>
              <a:buClr>
                <a:srgbClr val="000000"/>
              </a:buClr>
              <a:buSzPct val="45000"/>
              <a:buFont typeface="Wingdings" charset="2"/>
              <a:buChar char=""/>
            </a:pPr>
            <a:r>
              <a:rPr lang="en-US" sz="1500" b="0" strike="noStrike" spc="-1">
                <a:solidFill>
                  <a:srgbClr val="490A3D"/>
                </a:solidFill>
                <a:latin typeface="Arial"/>
                <a:ea typeface="Arial"/>
              </a:rPr>
              <a:t>Sixth Outline Level</a:t>
            </a:r>
            <a:endParaRPr lang="en-US" sz="1500" b="0" strike="noStrike" spc="-1">
              <a:solidFill>
                <a:srgbClr val="376092"/>
              </a:solidFill>
              <a:latin typeface="Calibri"/>
            </a:endParaRPr>
          </a:p>
          <a:p>
            <a:pPr marL="3024000" lvl="6" indent="-216000">
              <a:spcAft>
                <a:spcPts val="283"/>
              </a:spcAft>
              <a:buClr>
                <a:srgbClr val="000000"/>
              </a:buClr>
              <a:buSzPct val="45000"/>
              <a:buFont typeface="Wingdings" charset="2"/>
              <a:buChar char=""/>
            </a:pPr>
            <a:r>
              <a:rPr lang="en-US" sz="1400" b="0" strike="noStrike" spc="-1">
                <a:solidFill>
                  <a:srgbClr val="490A3D"/>
                </a:solidFill>
                <a:latin typeface="Arial"/>
                <a:ea typeface="Arial"/>
              </a:rPr>
              <a:t>Seventh Outline Level</a:t>
            </a:r>
            <a:endParaRPr lang="en-US" sz="1400" b="0" strike="noStrike" spc="-1">
              <a:solidFill>
                <a:srgbClr val="376092"/>
              </a:solidFill>
              <a:latin typeface="Calibri"/>
            </a:endParaRPr>
          </a:p>
          <a:p>
            <a:pPr marL="3456000" lvl="7" indent="-216000">
              <a:spcAft>
                <a:spcPts val="283"/>
              </a:spcAft>
              <a:buClr>
                <a:srgbClr val="000000"/>
              </a:buClr>
              <a:buSzPct val="45000"/>
              <a:buFont typeface="Wingdings" charset="2"/>
              <a:buChar char=""/>
            </a:pPr>
            <a:r>
              <a:rPr lang="en-US" sz="1300" b="0" strike="noStrike" spc="-1">
                <a:solidFill>
                  <a:srgbClr val="490A3D"/>
                </a:solidFill>
                <a:latin typeface="Arial"/>
                <a:ea typeface="Arial"/>
              </a:rPr>
              <a:t>Eighth Outline Level</a:t>
            </a:r>
            <a:endParaRPr lang="en-US" sz="1300" b="0" strike="noStrike" spc="-1">
              <a:solidFill>
                <a:srgbClr val="376092"/>
              </a:solidFill>
              <a:latin typeface="Calibri"/>
            </a:endParaRPr>
          </a:p>
          <a:p>
            <a:pPr marL="3888000" lvl="8" indent="-216000">
              <a:spcAft>
                <a:spcPts val="283"/>
              </a:spcAft>
              <a:buClr>
                <a:srgbClr val="000000"/>
              </a:buClr>
              <a:buSzPct val="45000"/>
              <a:buFont typeface="Wingdings" charset="2"/>
              <a:buChar char=""/>
            </a:pPr>
            <a:r>
              <a:rPr lang="en-US" sz="1200" b="0" strike="noStrike" spc="-1">
                <a:solidFill>
                  <a:srgbClr val="490A3D"/>
                </a:solidFill>
                <a:latin typeface="Arial"/>
                <a:ea typeface="Arial"/>
              </a:rPr>
              <a:t>Ninth Outline Level</a:t>
            </a:r>
            <a:endParaRPr lang="en-US" sz="1200" b="0" strike="noStrike" spc="-1">
              <a:solidFill>
                <a:srgbClr val="376092"/>
              </a:solidFill>
              <a:latin typeface="Calibri"/>
            </a:endParaRPr>
          </a:p>
        </p:txBody>
      </p:sp>
      <p:sp>
        <p:nvSpPr>
          <p:cNvPr id="41" name="PlaceHolder 3"/>
          <p:cNvSpPr>
            <a:spLocks noGrp="1"/>
          </p:cNvSpPr>
          <p:nvPr>
            <p:ph type="dt"/>
          </p:nvPr>
        </p:nvSpPr>
        <p:spPr>
          <a:xfrm>
            <a:off x="457200" y="6356520"/>
            <a:ext cx="2133360" cy="364680"/>
          </a:xfrm>
          <a:prstGeom prst="rect">
            <a:avLst/>
          </a:prstGeom>
        </p:spPr>
        <p:txBody>
          <a:bodyPr lIns="90000" tIns="45000" rIns="90000" bIns="45000">
            <a:noAutofit/>
          </a:bodyPr>
          <a:lstStyle/>
          <a:p>
            <a:endParaRPr lang="fr-FR" sz="1200" b="0" strike="noStrike" spc="-1">
              <a:latin typeface="Times New Roman"/>
            </a:endParaRPr>
          </a:p>
        </p:txBody>
      </p:sp>
      <p:sp>
        <p:nvSpPr>
          <p:cNvPr id="42" name="PlaceHolder 4"/>
          <p:cNvSpPr>
            <a:spLocks noGrp="1"/>
          </p:cNvSpPr>
          <p:nvPr>
            <p:ph type="ftr"/>
          </p:nvPr>
        </p:nvSpPr>
        <p:spPr>
          <a:xfrm>
            <a:off x="3124080" y="6356520"/>
            <a:ext cx="2895120" cy="364680"/>
          </a:xfrm>
          <a:prstGeom prst="rect">
            <a:avLst/>
          </a:prstGeom>
        </p:spPr>
        <p:txBody>
          <a:bodyPr lIns="90000" tIns="45000" rIns="90000" bIns="45000">
            <a:noAutofit/>
          </a:bodyPr>
          <a:lstStyle/>
          <a:p>
            <a:pPr algn="ctr"/>
            <a:endParaRPr lang="fr-FR" sz="1200" b="0" strike="noStrike" spc="-1">
              <a:solidFill>
                <a:srgbClr val="B3B3B3"/>
              </a:solidFill>
              <a:latin typeface="Arial"/>
            </a:endParaRPr>
          </a:p>
        </p:txBody>
      </p:sp>
      <p:sp>
        <p:nvSpPr>
          <p:cNvPr id="43" name="PlaceHolder 5"/>
          <p:cNvSpPr>
            <a:spLocks noGrp="1"/>
          </p:cNvSpPr>
          <p:nvPr>
            <p:ph type="sldNum"/>
          </p:nvPr>
        </p:nvSpPr>
        <p:spPr>
          <a:xfrm>
            <a:off x="6553080" y="6356520"/>
            <a:ext cx="2133360" cy="364680"/>
          </a:xfrm>
          <a:prstGeom prst="rect">
            <a:avLst/>
          </a:prstGeom>
        </p:spPr>
        <p:txBody>
          <a:bodyPr lIns="90000" tIns="45000" rIns="90000" bIns="45000">
            <a:noAutofit/>
          </a:bodyPr>
          <a:lstStyle/>
          <a:p>
            <a:pPr algn="r"/>
            <a:fld id="{A5C73E94-B7FC-4C8D-BFA3-E33D91AB40A9}" type="slidenum">
              <a:rPr lang="fr-FR" sz="1200" b="0" strike="noStrike" spc="-1">
                <a:solidFill>
                  <a:srgbClr val="B3B3B3"/>
                </a:solidFill>
                <a:latin typeface="Arial"/>
                <a:ea typeface="Arial"/>
              </a:rPr>
              <a:t>‹N°›</a:t>
            </a:fld>
            <a:endParaRPr lang="fr-FR" sz="1200" b="0" strike="noStrike" spc="-1">
              <a:latin typeface="Times New Roman"/>
            </a:endParaRPr>
          </a:p>
        </p:txBody>
      </p:sp>
      <p:sp>
        <p:nvSpPr>
          <p:cNvPr id="44" name="Line 6"/>
          <p:cNvSpPr/>
          <p:nvPr/>
        </p:nvSpPr>
        <p:spPr>
          <a:xfrm>
            <a:off x="467280" y="6309000"/>
            <a:ext cx="8209080" cy="0"/>
          </a:xfrm>
          <a:prstGeom prst="line">
            <a:avLst/>
          </a:prstGeom>
          <a:ln w="9360">
            <a:solidFill>
              <a:srgbClr val="BFBFBF"/>
            </a:solidFill>
            <a:round/>
          </a:ln>
        </p:spPr>
        <p:style>
          <a:lnRef idx="0">
            <a:scrgbClr r="0" g="0" b="0"/>
          </a:lnRef>
          <a:fillRef idx="0">
            <a:scrgbClr r="0" g="0" b="0"/>
          </a:fillRef>
          <a:effectRef idx="0">
            <a:scrgbClr r="0" g="0" b="0"/>
          </a:effectRef>
          <a:fontRef idx="minor"/>
        </p:style>
        <p:txBody>
          <a:bodyPr/>
          <a:lstStyle/>
          <a:p>
            <a:endParaRPr lang="fr-FR"/>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hf sldNum="0"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1" name="CustomShape 1"/>
          <p:cNvSpPr/>
          <p:nvPr/>
        </p:nvSpPr>
        <p:spPr>
          <a:xfrm>
            <a:off x="360" y="360"/>
            <a:ext cx="9143640" cy="6857640"/>
          </a:xfrm>
          <a:prstGeom prst="rect">
            <a:avLst/>
          </a:prstGeom>
          <a:gradFill rotWithShape="0">
            <a:gsLst>
              <a:gs pos="0">
                <a:srgbClr val="FFFFFF"/>
              </a:gs>
              <a:gs pos="100000">
                <a:srgbClr val="D9D9D9"/>
              </a:gs>
            </a:gsLst>
            <a:path path="circle">
              <a:fillToRect l="50000" t="30000" r="50000" b="70000"/>
            </a:path>
          </a:gradFill>
          <a:ln w="9360">
            <a:solidFill>
              <a:srgbClr val="FFFFFF"/>
            </a:solidFill>
            <a:miter/>
          </a:ln>
        </p:spPr>
        <p:style>
          <a:lnRef idx="0">
            <a:scrgbClr r="0" g="0" b="0"/>
          </a:lnRef>
          <a:fillRef idx="0">
            <a:scrgbClr r="0" g="0" b="0"/>
          </a:fillRef>
          <a:effectRef idx="0">
            <a:scrgbClr r="0" g="0" b="0"/>
          </a:effectRef>
          <a:fontRef idx="minor"/>
        </p:style>
        <p:txBody>
          <a:bodyPr/>
          <a:lstStyle/>
          <a:p>
            <a:endParaRPr lang="fr-FR"/>
          </a:p>
        </p:txBody>
      </p:sp>
      <p:sp>
        <p:nvSpPr>
          <p:cNvPr id="82" name="PlaceHolder 2"/>
          <p:cNvSpPr>
            <a:spLocks noGrp="1"/>
          </p:cNvSpPr>
          <p:nvPr>
            <p:ph type="title"/>
          </p:nvPr>
        </p:nvSpPr>
        <p:spPr>
          <a:xfrm>
            <a:off x="685800" y="2130120"/>
            <a:ext cx="7772400" cy="1470240"/>
          </a:xfrm>
          <a:prstGeom prst="rect">
            <a:avLst/>
          </a:prstGeom>
        </p:spPr>
        <p:txBody>
          <a:bodyPr lIns="90000" tIns="46800" rIns="90000" bIns="46800" anchor="ctr">
            <a:noAutofit/>
          </a:bodyPr>
          <a:lstStyle/>
          <a:p>
            <a:pPr algn="ctr">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fr-FR" sz="3600" b="0" strike="noStrike" spc="-1">
                <a:solidFill>
                  <a:srgbClr val="000000"/>
                </a:solidFill>
                <a:latin typeface="Arial"/>
              </a:rPr>
              <a:t>Cliquez pour éditer le format du texte-titre</a:t>
            </a:r>
          </a:p>
        </p:txBody>
      </p:sp>
      <p:sp>
        <p:nvSpPr>
          <p:cNvPr id="83" name="PlaceHolder 3"/>
          <p:cNvSpPr>
            <a:spLocks noGrp="1"/>
          </p:cNvSpPr>
          <p:nvPr>
            <p:ph type="body"/>
          </p:nvPr>
        </p:nvSpPr>
        <p:spPr>
          <a:xfrm>
            <a:off x="457200" y="1604520"/>
            <a:ext cx="8229240" cy="3977640"/>
          </a:xfrm>
          <a:prstGeom prst="rect">
            <a:avLst/>
          </a:prstGeom>
        </p:spPr>
        <p:txBody>
          <a:bodyPr lIns="0" tIns="0" rIns="0" bIns="0">
            <a:noAutofit/>
          </a:bodyPr>
          <a:lstStyle/>
          <a:p>
            <a:pPr marL="342720" indent="-342720">
              <a:spcBef>
                <a:spcPts val="598"/>
              </a:spcBef>
              <a:buClr>
                <a:srgbClr val="000000"/>
              </a:buClr>
              <a:buFont typeface="Arial"/>
              <a:buChar char="•"/>
              <a:tabLst>
                <a:tab pos="571320" algn="l"/>
                <a:tab pos="1485720" algn="l"/>
                <a:tab pos="2400120" algn="l"/>
                <a:tab pos="3314520" algn="l"/>
                <a:tab pos="4228920" algn="l"/>
                <a:tab pos="5143320" algn="l"/>
                <a:tab pos="6057720" algn="l"/>
                <a:tab pos="6972120" algn="l"/>
                <a:tab pos="7886520" algn="l"/>
                <a:tab pos="8800920" algn="l"/>
                <a:tab pos="9715320" algn="l"/>
              </a:tabLst>
            </a:pPr>
            <a:r>
              <a:rPr lang="fr-FR" sz="2400" b="0" strike="noStrike" spc="-1">
                <a:solidFill>
                  <a:srgbClr val="000000"/>
                </a:solidFill>
                <a:latin typeface="Arial"/>
              </a:rPr>
              <a:t>Cliquez pour éditer le format du plan de texte</a:t>
            </a:r>
          </a:p>
          <a:p>
            <a:pPr marL="742680" lvl="1" indent="-285480">
              <a:spcBef>
                <a:spcPts val="499"/>
              </a:spcBef>
              <a:buClr>
                <a:srgbClr val="000000"/>
              </a:buClr>
              <a:buFont typeface="Arial"/>
              <a:buChar char="–"/>
              <a:tabLst>
                <a:tab pos="171360" algn="l"/>
                <a:tab pos="1085760" algn="l"/>
                <a:tab pos="2000160" algn="l"/>
                <a:tab pos="2914560" algn="l"/>
                <a:tab pos="3828960" algn="l"/>
                <a:tab pos="4743360" algn="l"/>
                <a:tab pos="5657760" algn="l"/>
                <a:tab pos="6572160" algn="l"/>
                <a:tab pos="7486560" algn="l"/>
                <a:tab pos="8400960" algn="l"/>
                <a:tab pos="9315360" algn="l"/>
              </a:tabLst>
            </a:pPr>
            <a:r>
              <a:rPr lang="fr-FR" sz="2000" b="0" strike="noStrike" spc="-1">
                <a:solidFill>
                  <a:srgbClr val="000000"/>
                </a:solidFill>
                <a:latin typeface="Arial"/>
              </a:rPr>
              <a:t>Second niveau de plan</a:t>
            </a:r>
          </a:p>
          <a:p>
            <a:pPr marL="1143000" lvl="2" indent="-228600">
              <a:spcBef>
                <a:spcPts val="448"/>
              </a:spcBef>
              <a:buClr>
                <a:srgbClr val="000000"/>
              </a:buClr>
              <a:buFont typeface="Arial"/>
              <a:buChar char="•"/>
              <a:tabLst>
                <a:tab pos="685800" algn="l"/>
                <a:tab pos="1600200" algn="l"/>
                <a:tab pos="2514600" algn="l"/>
                <a:tab pos="3429000" algn="l"/>
                <a:tab pos="4343400" algn="l"/>
                <a:tab pos="5257800" algn="l"/>
                <a:tab pos="6172200" algn="l"/>
                <a:tab pos="7086600" algn="l"/>
                <a:tab pos="8001000" algn="l"/>
                <a:tab pos="8915400" algn="l"/>
              </a:tabLst>
            </a:pPr>
            <a:r>
              <a:rPr lang="fr-FR" sz="1800" b="0" strike="noStrike" spc="-1">
                <a:solidFill>
                  <a:srgbClr val="000000"/>
                </a:solidFill>
                <a:latin typeface="Arial"/>
              </a:rPr>
              <a:t>Troisième niveau de plan</a:t>
            </a:r>
          </a:p>
          <a:p>
            <a:pPr marL="1600200" lvl="3" indent="-228600">
              <a:spcBef>
                <a:spcPts val="400"/>
              </a:spcBef>
              <a:buClr>
                <a:srgbClr val="000000"/>
              </a:buClr>
              <a:buFont typeface="Arial"/>
              <a:buChar char="–"/>
              <a:tabLst>
                <a:tab pos="228600" algn="l"/>
                <a:tab pos="1143000" algn="l"/>
                <a:tab pos="2057400" algn="l"/>
                <a:tab pos="2971800" algn="l"/>
                <a:tab pos="3886200" algn="l"/>
                <a:tab pos="4800600" algn="l"/>
                <a:tab pos="5715000" algn="l"/>
                <a:tab pos="6629400" algn="l"/>
                <a:tab pos="7543800" algn="l"/>
                <a:tab pos="8458200" algn="l"/>
              </a:tabLst>
            </a:pPr>
            <a:r>
              <a:rPr lang="fr-FR" sz="1600" b="0" strike="noStrike" spc="-1">
                <a:solidFill>
                  <a:srgbClr val="000000"/>
                </a:solidFill>
                <a:latin typeface="Arial"/>
              </a:rPr>
              <a:t>Quatrième niveau de plan</a:t>
            </a:r>
          </a:p>
          <a:p>
            <a:pPr marL="2057400" lvl="4" indent="-228600">
              <a:spcBef>
                <a:spcPts val="400"/>
              </a:spcBef>
              <a:buClr>
                <a:srgbClr val="000000"/>
              </a:buClr>
              <a:buFont typeface="Arial"/>
              <a:buChar char="»"/>
              <a:tabLst>
                <a:tab pos="685800" algn="l"/>
                <a:tab pos="1600200" algn="l"/>
                <a:tab pos="2514600" algn="l"/>
                <a:tab pos="3429000" algn="l"/>
                <a:tab pos="4343400" algn="l"/>
                <a:tab pos="5257800" algn="l"/>
                <a:tab pos="6172200" algn="l"/>
                <a:tab pos="7086600" algn="l"/>
                <a:tab pos="8001000" algn="l"/>
              </a:tabLst>
            </a:pPr>
            <a:r>
              <a:rPr lang="fr-FR" sz="1600" b="0" strike="noStrike" spc="-1">
                <a:solidFill>
                  <a:srgbClr val="000000"/>
                </a:solidFill>
                <a:latin typeface="Arial"/>
              </a:rPr>
              <a:t>Cinquième niveau de plan</a:t>
            </a:r>
          </a:p>
          <a:p>
            <a:pPr marL="2057400" lvl="5" indent="-228600">
              <a:spcBef>
                <a:spcPts val="400"/>
              </a:spcBef>
              <a:buClr>
                <a:srgbClr val="000000"/>
              </a:buClr>
              <a:buFont typeface="Arial"/>
              <a:buChar char="»"/>
              <a:tabLst>
                <a:tab pos="685800" algn="l"/>
                <a:tab pos="1600200" algn="l"/>
                <a:tab pos="2514600" algn="l"/>
                <a:tab pos="3429000" algn="l"/>
                <a:tab pos="4343400" algn="l"/>
                <a:tab pos="5257800" algn="l"/>
                <a:tab pos="6172200" algn="l"/>
                <a:tab pos="7086600" algn="l"/>
                <a:tab pos="8001000" algn="l"/>
              </a:tabLst>
            </a:pPr>
            <a:r>
              <a:rPr lang="fr-FR" sz="1600" b="0" strike="noStrike" spc="-1">
                <a:solidFill>
                  <a:srgbClr val="000000"/>
                </a:solidFill>
                <a:latin typeface="Arial"/>
              </a:rPr>
              <a:t>Sixième niveau de plan</a:t>
            </a:r>
          </a:p>
          <a:p>
            <a:pPr marL="2057400" lvl="6" indent="-228600">
              <a:spcBef>
                <a:spcPts val="400"/>
              </a:spcBef>
              <a:buClr>
                <a:srgbClr val="000000"/>
              </a:buClr>
              <a:buFont typeface="Arial"/>
              <a:buChar char="»"/>
              <a:tabLst>
                <a:tab pos="685800" algn="l"/>
                <a:tab pos="1600200" algn="l"/>
                <a:tab pos="2514600" algn="l"/>
                <a:tab pos="3429000" algn="l"/>
                <a:tab pos="4343400" algn="l"/>
                <a:tab pos="5257800" algn="l"/>
                <a:tab pos="6172200" algn="l"/>
                <a:tab pos="7086600" algn="l"/>
                <a:tab pos="8001000" algn="l"/>
              </a:tabLst>
            </a:pPr>
            <a:r>
              <a:rPr lang="fr-FR" sz="1600" b="0" strike="noStrike" spc="-1">
                <a:solidFill>
                  <a:srgbClr val="000000"/>
                </a:solidFill>
                <a:latin typeface="Arial"/>
              </a:rPr>
              <a:t>Septième niveau de plan</a:t>
            </a:r>
          </a:p>
        </p:txBody>
      </p:sp>
      <p:sp>
        <p:nvSpPr>
          <p:cNvPr id="84" name="Line 4"/>
          <p:cNvSpPr/>
          <p:nvPr/>
        </p:nvSpPr>
        <p:spPr>
          <a:xfrm>
            <a:off x="3348000" y="1413360"/>
            <a:ext cx="0" cy="4464000"/>
          </a:xfrm>
          <a:prstGeom prst="line">
            <a:avLst/>
          </a:prstGeom>
          <a:ln w="9360">
            <a:solidFill>
              <a:srgbClr val="C0C0C0"/>
            </a:solidFill>
            <a:miter/>
          </a:ln>
        </p:spPr>
        <p:style>
          <a:lnRef idx="0">
            <a:scrgbClr r="0" g="0" b="0"/>
          </a:lnRef>
          <a:fillRef idx="0">
            <a:scrgbClr r="0" g="0" b="0"/>
          </a:fillRef>
          <a:effectRef idx="0">
            <a:scrgbClr r="0" g="0" b="0"/>
          </a:effectRef>
          <a:fontRef idx="minor"/>
        </p:style>
        <p:txBody>
          <a:bodyPr/>
          <a:lstStyle/>
          <a:p>
            <a:endParaRPr lang="fr-FR"/>
          </a:p>
        </p:txBody>
      </p:sp>
      <p:sp>
        <p:nvSpPr>
          <p:cNvPr id="85" name="CustomShape 5"/>
          <p:cNvSpPr/>
          <p:nvPr/>
        </p:nvSpPr>
        <p:spPr>
          <a:xfrm>
            <a:off x="457200" y="275040"/>
            <a:ext cx="8229600" cy="655560"/>
          </a:xfrm>
          <a:prstGeom prst="rect">
            <a:avLst/>
          </a:prstGeom>
          <a:noFill/>
          <a:ln w="0">
            <a:noFill/>
          </a:ln>
        </p:spPr>
        <p:style>
          <a:lnRef idx="0">
            <a:scrgbClr r="0" g="0" b="0"/>
          </a:lnRef>
          <a:fillRef idx="0">
            <a:scrgbClr r="0" g="0" b="0"/>
          </a:fillRef>
          <a:effectRef idx="0">
            <a:scrgbClr r="0" g="0" b="0"/>
          </a:effectRef>
          <a:fontRef idx="minor"/>
        </p:style>
        <p:txBody>
          <a:bodyPr/>
          <a:lstStyle/>
          <a:p>
            <a:endParaRPr lang="fr-FR"/>
          </a:p>
        </p:txBody>
      </p:sp>
      <p:sp>
        <p:nvSpPr>
          <p:cNvPr id="86" name="CustomShape 6"/>
          <p:cNvSpPr/>
          <p:nvPr/>
        </p:nvSpPr>
        <p:spPr>
          <a:xfrm>
            <a:off x="3995640" y="6596280"/>
            <a:ext cx="5004000" cy="246240"/>
          </a:xfrm>
          <a:prstGeom prst="rect">
            <a:avLst/>
          </a:prstGeom>
          <a:noFill/>
          <a:ln w="0">
            <a:noFill/>
          </a:ln>
        </p:spPr>
        <p:style>
          <a:lnRef idx="0">
            <a:scrgbClr r="0" g="0" b="0"/>
          </a:lnRef>
          <a:fillRef idx="0">
            <a:scrgbClr r="0" g="0" b="0"/>
          </a:fillRef>
          <a:effectRef idx="0">
            <a:scrgbClr r="0" g="0" b="0"/>
          </a:effectRef>
          <a:fontRef idx="minor"/>
        </p:style>
        <p:txBody>
          <a:bodyPr lIns="90000" tIns="46800" rIns="90000" bIns="46800" anchor="ctr">
            <a:spAutoFit/>
          </a:bodyPr>
          <a:lstStyle/>
          <a:p>
            <a:pPr>
              <a:lnSpc>
                <a:spcPct val="100000"/>
              </a:lnSpc>
            </a:pPr>
            <a:r>
              <a:rPr lang="fr-FR" sz="1000" b="0" strike="noStrike" spc="-1">
                <a:solidFill>
                  <a:srgbClr val="009999"/>
                </a:solidFill>
                <a:latin typeface="Arial"/>
                <a:hlinkClick r:id="rId14"/>
              </a:rPr>
              <a:t>http://creativecommons.org/licenses/by-nd/3.0/</a:t>
            </a:r>
            <a:r>
              <a:rPr lang="fr-FR" sz="1000" b="0" strike="noStrike" spc="-1">
                <a:latin typeface="Arial"/>
              </a:rPr>
              <a:t> </a:t>
            </a:r>
          </a:p>
        </p:txBody>
      </p:sp>
      <p:sp>
        <p:nvSpPr>
          <p:cNvPr id="87" name="Line 7"/>
          <p:cNvSpPr/>
          <p:nvPr/>
        </p:nvSpPr>
        <p:spPr>
          <a:xfrm>
            <a:off x="3348000" y="1413360"/>
            <a:ext cx="0" cy="4464000"/>
          </a:xfrm>
          <a:prstGeom prst="line">
            <a:avLst/>
          </a:prstGeom>
          <a:ln w="9360">
            <a:solidFill>
              <a:srgbClr val="C0C0C0"/>
            </a:solidFill>
            <a:miter/>
          </a:ln>
        </p:spPr>
        <p:style>
          <a:lnRef idx="0">
            <a:scrgbClr r="0" g="0" b="0"/>
          </a:lnRef>
          <a:fillRef idx="0">
            <a:scrgbClr r="0" g="0" b="0"/>
          </a:fillRef>
          <a:effectRef idx="0">
            <a:scrgbClr r="0" g="0" b="0"/>
          </a:effectRef>
          <a:fontRef idx="minor"/>
        </p:style>
        <p:txBody>
          <a:bodyPr/>
          <a:lstStyle/>
          <a:p>
            <a:endParaRPr lang="fr-FR"/>
          </a:p>
        </p:txBody>
      </p:sp>
      <p:sp>
        <p:nvSpPr>
          <p:cNvPr id="88" name="CustomShape 8"/>
          <p:cNvSpPr/>
          <p:nvPr/>
        </p:nvSpPr>
        <p:spPr>
          <a:xfrm>
            <a:off x="299880" y="1700640"/>
            <a:ext cx="2832120" cy="1739880"/>
          </a:xfrm>
          <a:prstGeom prst="rect">
            <a:avLst/>
          </a:prstGeom>
          <a:noFill/>
          <a:ln w="0">
            <a:noFill/>
          </a:ln>
        </p:spPr>
        <p:style>
          <a:lnRef idx="0">
            <a:scrgbClr r="0" g="0" b="0"/>
          </a:lnRef>
          <a:fillRef idx="0">
            <a:scrgbClr r="0" g="0" b="0"/>
          </a:fillRef>
          <a:effectRef idx="0">
            <a:scrgbClr r="0" g="0" b="0"/>
          </a:effectRef>
          <a:fontRef idx="minor"/>
        </p:style>
        <p:txBody>
          <a:bodyPr lIns="90000" tIns="46800" rIns="90000" bIns="46800">
            <a:spAutoFit/>
          </a:bodyPr>
          <a:lstStyle/>
          <a:p>
            <a:pPr>
              <a:lnSpc>
                <a:spcPct val="100000"/>
              </a:lnSpc>
            </a:pPr>
            <a:r>
              <a:rPr lang="en-GB" sz="1800" b="1" strike="noStrike" spc="-1">
                <a:solidFill>
                  <a:srgbClr val="4E2169"/>
                </a:solidFill>
                <a:latin typeface="Arial"/>
              </a:rPr>
              <a:t>You can use this </a:t>
            </a:r>
            <a:r>
              <a:rPr lang="en-GB" sz="1800" b="1" strike="noStrike" spc="-1">
                <a:solidFill>
                  <a:srgbClr val="AD5B84"/>
                </a:solidFill>
                <a:latin typeface="Arial"/>
              </a:rPr>
              <a:t>OpenOffice Impress</a:t>
            </a:r>
            <a:r>
              <a:rPr lang="en-GB" sz="1800" b="1" strike="noStrike" spc="-1">
                <a:solidFill>
                  <a:srgbClr val="4E2169"/>
                </a:solidFill>
                <a:latin typeface="Arial"/>
              </a:rPr>
              <a:t> template for </a:t>
            </a:r>
            <a:endParaRPr lang="fr-FR" sz="1800" b="0" strike="noStrike" spc="-1">
              <a:latin typeface="Arial"/>
            </a:endParaRPr>
          </a:p>
          <a:p>
            <a:pPr>
              <a:lnSpc>
                <a:spcPct val="100000"/>
              </a:lnSpc>
            </a:pPr>
            <a:r>
              <a:rPr lang="en-GB" sz="1800" b="1" strike="noStrike" spc="-1">
                <a:solidFill>
                  <a:srgbClr val="4E2169"/>
                </a:solidFill>
                <a:latin typeface="Arial"/>
              </a:rPr>
              <a:t>your personal, educational and business presentations.</a:t>
            </a:r>
            <a:endParaRPr lang="fr-FR" sz="1800" b="0" strike="noStrike" spc="-1">
              <a:latin typeface="Arial"/>
            </a:endParaRPr>
          </a:p>
        </p:txBody>
      </p:sp>
      <p:sp>
        <p:nvSpPr>
          <p:cNvPr id="89" name="CustomShape 9"/>
          <p:cNvSpPr/>
          <p:nvPr/>
        </p:nvSpPr>
        <p:spPr>
          <a:xfrm>
            <a:off x="457200" y="275040"/>
            <a:ext cx="8229600" cy="655560"/>
          </a:xfrm>
          <a:prstGeom prst="rect">
            <a:avLst/>
          </a:prstGeom>
          <a:noFill/>
          <a:ln w="0">
            <a:noFill/>
          </a:ln>
        </p:spPr>
        <p:style>
          <a:lnRef idx="0">
            <a:scrgbClr r="0" g="0" b="0"/>
          </a:lnRef>
          <a:fillRef idx="0">
            <a:scrgbClr r="0" g="0" b="0"/>
          </a:fillRef>
          <a:effectRef idx="0">
            <a:scrgbClr r="0" g="0" b="0"/>
          </a:effectRef>
          <a:fontRef idx="minor"/>
        </p:style>
        <p:txBody>
          <a:bodyPr lIns="90000" tIns="46800" rIns="90000" bIns="46800" anchor="ctr">
            <a:noAutofit/>
          </a:bodyPr>
          <a:lstStyle/>
          <a:p>
            <a:pPr>
              <a:lnSpc>
                <a:spcPct val="100000"/>
              </a:lnSpc>
            </a:pPr>
            <a:r>
              <a:rPr lang="en-US" sz="2800" b="1" strike="noStrike" spc="-1">
                <a:solidFill>
                  <a:srgbClr val="4E2169"/>
                </a:solidFill>
                <a:latin typeface="Arial"/>
              </a:rPr>
              <a:t>Conditions of use</a:t>
            </a:r>
            <a:endParaRPr lang="fr-FR" sz="2800" b="0" strike="noStrike" spc="-1">
              <a:latin typeface="Arial"/>
            </a:endParaRPr>
          </a:p>
        </p:txBody>
      </p:sp>
      <p:sp>
        <p:nvSpPr>
          <p:cNvPr id="90" name="CustomShape 10"/>
          <p:cNvSpPr/>
          <p:nvPr/>
        </p:nvSpPr>
        <p:spPr>
          <a:xfrm>
            <a:off x="250920" y="4617360"/>
            <a:ext cx="2736720" cy="423000"/>
          </a:xfrm>
          <a:prstGeom prst="rect">
            <a:avLst/>
          </a:prstGeom>
          <a:gradFill rotWithShape="0">
            <a:gsLst>
              <a:gs pos="0">
                <a:srgbClr val="FFA7A4"/>
              </a:gs>
              <a:gs pos="100000">
                <a:srgbClr val="FFE5E5"/>
              </a:gs>
            </a:gsLst>
            <a:lin ang="16200000"/>
          </a:gradFill>
          <a:ln w="9360">
            <a:solidFill>
              <a:srgbClr val="BE4B48"/>
            </a:solidFill>
            <a:round/>
          </a:ln>
        </p:spPr>
        <p:style>
          <a:lnRef idx="0">
            <a:scrgbClr r="0" g="0" b="0"/>
          </a:lnRef>
          <a:fillRef idx="0">
            <a:scrgbClr r="0" g="0" b="0"/>
          </a:fillRef>
          <a:effectRef idx="0">
            <a:scrgbClr r="0" g="0" b="0"/>
          </a:effectRef>
          <a:fontRef idx="minor"/>
        </p:style>
        <p:txBody>
          <a:bodyPr/>
          <a:lstStyle/>
          <a:p>
            <a:endParaRPr lang="fr-FR"/>
          </a:p>
        </p:txBody>
      </p:sp>
      <p:sp>
        <p:nvSpPr>
          <p:cNvPr id="91" name="CustomShape 11"/>
          <p:cNvSpPr/>
          <p:nvPr/>
        </p:nvSpPr>
        <p:spPr>
          <a:xfrm>
            <a:off x="299880" y="3644640"/>
            <a:ext cx="2831760" cy="1338120"/>
          </a:xfrm>
          <a:prstGeom prst="rect">
            <a:avLst/>
          </a:prstGeom>
          <a:noFill/>
          <a:ln w="9360">
            <a:noFill/>
          </a:ln>
        </p:spPr>
        <p:style>
          <a:lnRef idx="0">
            <a:scrgbClr r="0" g="0" b="0"/>
          </a:lnRef>
          <a:fillRef idx="0">
            <a:scrgbClr r="0" g="0" b="0"/>
          </a:fillRef>
          <a:effectRef idx="0">
            <a:scrgbClr r="0" g="0" b="0"/>
          </a:effectRef>
          <a:fontRef idx="minor"/>
        </p:style>
        <p:txBody>
          <a:bodyPr lIns="90000" tIns="45000" rIns="90000" bIns="45000">
            <a:spAutoFit/>
          </a:bodyPr>
          <a:lstStyle/>
          <a:p>
            <a:r>
              <a:rPr lang="en-US" sz="1600" b="0" strike="noStrike" spc="-1">
                <a:solidFill>
                  <a:srgbClr val="000000"/>
                </a:solidFill>
                <a:latin typeface="Calibri"/>
              </a:rPr>
              <a:t>The copyright statement we require you to include when you use our material is:</a:t>
            </a:r>
            <a:endParaRPr lang="fr-FR" sz="1600" b="0" strike="noStrike" spc="-1">
              <a:latin typeface="Arial"/>
            </a:endParaRPr>
          </a:p>
          <a:p>
            <a:br/>
            <a:r>
              <a:rPr lang="fr-FR" sz="1800" b="0" strike="noStrike" spc="-1">
                <a:solidFill>
                  <a:srgbClr val="C00000"/>
                </a:solidFill>
                <a:latin typeface="Calibri"/>
              </a:rPr>
              <a:t>© Copyright Showeet.com</a:t>
            </a:r>
            <a:endParaRPr lang="fr-FR" sz="1800" b="0" strike="noStrike" spc="-1">
              <a:latin typeface="Arial"/>
            </a:endParaRPr>
          </a:p>
        </p:txBody>
      </p:sp>
      <p:pic>
        <p:nvPicPr>
          <p:cNvPr id="92" name="Image 1"/>
          <p:cNvPicPr/>
          <p:nvPr/>
        </p:nvPicPr>
        <p:blipFill>
          <a:blip r:embed="rId15"/>
          <a:stretch/>
        </p:blipFill>
        <p:spPr>
          <a:xfrm>
            <a:off x="335160" y="5410440"/>
            <a:ext cx="2323800" cy="961560"/>
          </a:xfrm>
          <a:prstGeom prst="rect">
            <a:avLst/>
          </a:prstGeom>
          <a:ln w="0">
            <a:noFill/>
          </a:ln>
        </p:spPr>
      </p:pic>
      <p:sp>
        <p:nvSpPr>
          <p:cNvPr id="93" name="CustomShape 12"/>
          <p:cNvSpPr/>
          <p:nvPr/>
        </p:nvSpPr>
        <p:spPr>
          <a:xfrm>
            <a:off x="625680" y="6157440"/>
            <a:ext cx="1759680" cy="547200"/>
          </a:xfrm>
          <a:prstGeom prst="rect">
            <a:avLst/>
          </a:prstGeom>
          <a:noFill/>
          <a:ln w="936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r>
              <a:rPr lang="fr-FR" sz="1000" b="0" strike="noStrike" spc="-1">
                <a:solidFill>
                  <a:srgbClr val="000000"/>
                </a:solidFill>
                <a:latin typeface="Calibri"/>
                <a:hlinkClick r:id="rId16"/>
              </a:rPr>
              <a:t>http://www.showeet.com</a:t>
            </a:r>
            <a:endParaRPr lang="fr-FR" sz="1000" b="0" strike="noStrike" spc="-1">
              <a:latin typeface="Arial"/>
            </a:endParaRPr>
          </a:p>
          <a:p>
            <a:endParaRPr lang="fr-FR" sz="1000" b="0" strike="noStrike" spc="-1">
              <a:latin typeface="Arial"/>
            </a:endParaRPr>
          </a:p>
          <a:p>
            <a:r>
              <a:rPr lang="fr-FR" sz="1000" b="0" strike="noStrike" spc="-1">
                <a:solidFill>
                  <a:srgbClr val="000000"/>
                </a:solidFill>
                <a:latin typeface="Calibri"/>
              </a:rPr>
              <a:t>Contact: Showeet@ymail.com </a:t>
            </a:r>
            <a:endParaRPr lang="fr-FR" sz="1000" b="0" strike="noStrike" spc="-1">
              <a:latin typeface="Arial"/>
            </a:endParaRPr>
          </a:p>
        </p:txBody>
      </p:sp>
      <p:sp>
        <p:nvSpPr>
          <p:cNvPr id="94" name="CustomShape 13"/>
          <p:cNvSpPr/>
          <p:nvPr/>
        </p:nvSpPr>
        <p:spPr>
          <a:xfrm>
            <a:off x="3995640" y="1448280"/>
            <a:ext cx="4716000" cy="5134680"/>
          </a:xfrm>
          <a:prstGeom prst="rect">
            <a:avLst/>
          </a:prstGeom>
          <a:noFill/>
          <a:ln w="9360">
            <a:noFill/>
          </a:ln>
        </p:spPr>
        <p:style>
          <a:lnRef idx="0">
            <a:scrgbClr r="0" g="0" b="0"/>
          </a:lnRef>
          <a:fillRef idx="0">
            <a:scrgbClr r="0" g="0" b="0"/>
          </a:fillRef>
          <a:effectRef idx="0">
            <a:scrgbClr r="0" g="0" b="0"/>
          </a:effectRef>
          <a:fontRef idx="minor"/>
        </p:style>
        <p:txBody>
          <a:bodyPr lIns="90000" tIns="45000" rIns="90000" bIns="45000">
            <a:spAutoFit/>
          </a:bodyPr>
          <a:lstStyle/>
          <a:p>
            <a:r>
              <a:rPr lang="en-US" sz="1600" b="1" strike="noStrike" spc="-1">
                <a:solidFill>
                  <a:srgbClr val="000000"/>
                </a:solidFill>
                <a:latin typeface="Calibri"/>
              </a:rPr>
              <a:t>With the use of this free </a:t>
            </a:r>
            <a:r>
              <a:rPr lang="en-US" sz="1600" b="1" strike="noStrike" spc="-1">
                <a:solidFill>
                  <a:srgbClr val="0070C0"/>
                </a:solidFill>
                <a:latin typeface="Calibri"/>
              </a:rPr>
              <a:t>template </a:t>
            </a:r>
            <a:r>
              <a:rPr lang="en-US" sz="1600" b="1" strike="noStrike" spc="-1">
                <a:solidFill>
                  <a:srgbClr val="000000"/>
                </a:solidFill>
                <a:latin typeface="Calibri"/>
              </a:rPr>
              <a:t>you accept the following use and license conditions.</a:t>
            </a:r>
            <a:endParaRPr lang="fr-FR" sz="1600" b="0" strike="noStrike" spc="-1">
              <a:latin typeface="Arial"/>
            </a:endParaRPr>
          </a:p>
          <a:p>
            <a:endParaRPr lang="fr-FR" sz="1600" b="0" strike="noStrike" spc="-1">
              <a:latin typeface="Arial"/>
            </a:endParaRPr>
          </a:p>
          <a:p>
            <a:r>
              <a:rPr lang="en-US" sz="1200" b="0" strike="noStrike" spc="-1">
                <a:solidFill>
                  <a:srgbClr val="000000"/>
                </a:solidFill>
                <a:latin typeface="Calibri"/>
              </a:rPr>
              <a:t>You</a:t>
            </a:r>
            <a:r>
              <a:rPr lang="fr-FR" sz="1200" b="0" strike="noStrike" spc="-1">
                <a:solidFill>
                  <a:srgbClr val="000000"/>
                </a:solidFill>
                <a:latin typeface="Calibri"/>
              </a:rPr>
              <a:t> are </a:t>
            </a:r>
            <a:r>
              <a:rPr lang="en-US" sz="1200" b="0" strike="noStrike" spc="-1">
                <a:solidFill>
                  <a:srgbClr val="000000"/>
                </a:solidFill>
                <a:latin typeface="Calibri"/>
              </a:rPr>
              <a:t>free</a:t>
            </a:r>
            <a:r>
              <a:rPr lang="fr-FR" sz="1200" b="0" strike="noStrike" spc="-1">
                <a:solidFill>
                  <a:srgbClr val="000000"/>
                </a:solidFill>
                <a:latin typeface="Calibri"/>
              </a:rPr>
              <a:t>:</a:t>
            </a:r>
            <a:endParaRPr lang="fr-FR" sz="1200" b="0" strike="noStrike" spc="-1">
              <a:latin typeface="Arial"/>
            </a:endParaRPr>
          </a:p>
          <a:p>
            <a:endParaRPr lang="fr-FR" sz="1200" b="0" strike="noStrike" spc="-1">
              <a:latin typeface="Arial"/>
            </a:endParaRPr>
          </a:p>
          <a:p>
            <a:r>
              <a:rPr lang="en-US" sz="1400" b="1" strike="noStrike" spc="-1">
                <a:solidFill>
                  <a:srgbClr val="000000"/>
                </a:solidFill>
                <a:latin typeface="Calibri"/>
              </a:rPr>
              <a:t>To Share</a:t>
            </a:r>
            <a:r>
              <a:rPr lang="en-US" sz="1200" b="0" strike="noStrike" spc="-1">
                <a:solidFill>
                  <a:srgbClr val="000000"/>
                </a:solidFill>
                <a:latin typeface="Calibri"/>
              </a:rPr>
              <a:t> — to copy, distribute and transmit the work</a:t>
            </a:r>
            <a:endParaRPr lang="fr-FR" sz="1200" b="0" strike="noStrike" spc="-1">
              <a:latin typeface="Arial"/>
            </a:endParaRPr>
          </a:p>
          <a:p>
            <a:r>
              <a:rPr lang="en-US" sz="1200" b="0" strike="noStrike" spc="-1">
                <a:solidFill>
                  <a:srgbClr val="000000"/>
                </a:solidFill>
                <a:latin typeface="Calibri"/>
              </a:rPr>
              <a:t>Under the following conditions:</a:t>
            </a:r>
            <a:endParaRPr lang="fr-FR" sz="1200" b="0" strike="noStrike" spc="-1">
              <a:latin typeface="Arial"/>
            </a:endParaRPr>
          </a:p>
          <a:p>
            <a:endParaRPr lang="fr-FR" sz="1200" b="0" strike="noStrike" spc="-1">
              <a:latin typeface="Arial"/>
            </a:endParaRPr>
          </a:p>
          <a:p>
            <a:r>
              <a:rPr lang="en-US" sz="1400" b="1" strike="noStrike" spc="-1">
                <a:solidFill>
                  <a:srgbClr val="000000"/>
                </a:solidFill>
                <a:latin typeface="Calibri"/>
              </a:rPr>
              <a:t>Attribution</a:t>
            </a:r>
            <a:r>
              <a:rPr lang="en-US" sz="1200" b="0" strike="noStrike" spc="-1">
                <a:solidFill>
                  <a:srgbClr val="000000"/>
                </a:solidFill>
                <a:latin typeface="Calibri"/>
              </a:rPr>
              <a:t> — You must attribute the work in the manner specified by the author or licensor (but not in any way that suggests that they endorse you or your use of the work).</a:t>
            </a:r>
            <a:endParaRPr lang="fr-FR" sz="1200" b="0" strike="noStrike" spc="-1">
              <a:latin typeface="Arial"/>
            </a:endParaRPr>
          </a:p>
          <a:p>
            <a:r>
              <a:rPr lang="en-US" sz="1400" b="1" strike="noStrike" spc="-1">
                <a:solidFill>
                  <a:srgbClr val="000000"/>
                </a:solidFill>
                <a:latin typeface="Calibri"/>
              </a:rPr>
              <a:t>No Derivative Works</a:t>
            </a:r>
            <a:r>
              <a:rPr lang="en-US" sz="1200" b="0" strike="noStrike" spc="-1">
                <a:solidFill>
                  <a:srgbClr val="000000"/>
                </a:solidFill>
                <a:latin typeface="Calibri"/>
              </a:rPr>
              <a:t> — You may not alter, transform, or build upon this work.</a:t>
            </a:r>
            <a:endParaRPr lang="fr-FR" sz="1200" b="0" strike="noStrike" spc="-1">
              <a:latin typeface="Arial"/>
            </a:endParaRPr>
          </a:p>
          <a:p>
            <a:endParaRPr lang="fr-FR" sz="1200" b="0" strike="noStrike" spc="-1">
              <a:latin typeface="Arial"/>
            </a:endParaRPr>
          </a:p>
          <a:p>
            <a:r>
              <a:rPr lang="en-US" sz="1050" b="0" strike="noStrike" spc="-1">
                <a:solidFill>
                  <a:srgbClr val="000000"/>
                </a:solidFill>
                <a:latin typeface="Calibri"/>
              </a:rPr>
              <a:t>For any  distribution, you must make clear to others the license terms of this work. The best way to do this is with a link to this web page: </a:t>
            </a:r>
            <a:r>
              <a:rPr lang="en-US" sz="1050" b="0" strike="noStrike" spc="-1">
                <a:solidFill>
                  <a:srgbClr val="000000"/>
                </a:solidFill>
                <a:latin typeface="Calibri"/>
                <a:hlinkClick r:id="rId17"/>
              </a:rPr>
              <a:t>http://www.showeet.com/terms-of-use/</a:t>
            </a:r>
            <a:r>
              <a:rPr lang="en-US" sz="1050" b="0" strike="noStrike" spc="-1">
                <a:solidFill>
                  <a:srgbClr val="000000"/>
                </a:solidFill>
                <a:latin typeface="Calibri"/>
              </a:rPr>
              <a:t> </a:t>
            </a:r>
            <a:br/>
            <a:br/>
            <a:r>
              <a:rPr lang="en-US" sz="1050" b="0" strike="noStrike" spc="-1">
                <a:solidFill>
                  <a:srgbClr val="000000"/>
                </a:solidFill>
                <a:latin typeface="Calibri"/>
              </a:rPr>
              <a:t>Any of the conditions can be waived if you get permission from showeet.com</a:t>
            </a:r>
            <a:endParaRPr lang="fr-FR" sz="1050" b="0" strike="noStrike" spc="-1">
              <a:latin typeface="Arial"/>
            </a:endParaRPr>
          </a:p>
          <a:p>
            <a:r>
              <a:rPr lang="en-US" sz="1050" b="0" strike="noStrike" spc="-1">
                <a:solidFill>
                  <a:srgbClr val="000000"/>
                </a:solidFill>
                <a:latin typeface="Calibri"/>
              </a:rPr>
              <a:t>In no event shall </a:t>
            </a:r>
            <a:r>
              <a:rPr lang="en-US" sz="1050" b="0" u="sng" strike="noStrike" spc="-1">
                <a:solidFill>
                  <a:srgbClr val="000000"/>
                </a:solidFill>
                <a:uFillTx/>
                <a:latin typeface="Calibri"/>
              </a:rPr>
              <a:t>Showeet.com</a:t>
            </a:r>
            <a:r>
              <a:rPr lang="en-US" sz="1050" b="0" strike="noStrike" spc="-1">
                <a:solidFill>
                  <a:srgbClr val="000000"/>
                </a:solidFill>
                <a:latin typeface="Calibri"/>
              </a:rPr>
              <a:t> be liable for any indirect, special or consequential damages arising out of or in connection with the use of the template, diagram or map.</a:t>
            </a:r>
            <a:endParaRPr lang="fr-FR" sz="1050" b="0" strike="noStrike" spc="-1">
              <a:latin typeface="Arial"/>
            </a:endParaRPr>
          </a:p>
        </p:txBody>
      </p:sp>
      <p:pic>
        <p:nvPicPr>
          <p:cNvPr id="95" name="Image 94"/>
          <p:cNvPicPr/>
          <p:nvPr/>
        </p:nvPicPr>
        <p:blipFill>
          <a:blip r:embed="rId18"/>
          <a:stretch/>
        </p:blipFill>
        <p:spPr>
          <a:xfrm>
            <a:off x="3732840" y="971640"/>
            <a:ext cx="1798200" cy="435960"/>
          </a:xfrm>
          <a:prstGeom prst="rect">
            <a:avLst/>
          </a:prstGeom>
          <a:ln w="0">
            <a:noFill/>
          </a:ln>
        </p:spPr>
      </p:pic>
      <p:pic>
        <p:nvPicPr>
          <p:cNvPr id="96" name="Image 95"/>
          <p:cNvPicPr/>
          <p:nvPr/>
        </p:nvPicPr>
        <p:blipFill>
          <a:blip r:embed="rId19"/>
          <a:stretch/>
        </p:blipFill>
        <p:spPr>
          <a:xfrm>
            <a:off x="3616560" y="3693960"/>
            <a:ext cx="303120" cy="967680"/>
          </a:xfrm>
          <a:prstGeom prst="rect">
            <a:avLst/>
          </a:prstGeom>
          <a:ln w="0">
            <a:noFill/>
          </a:ln>
        </p:spPr>
      </p:pic>
    </p:spTree>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sldNum="0"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slideLayout" Target="../slideLayouts/slideLayout15.xml"/><Relationship Id="rId1" Type="http://schemas.openxmlformats.org/officeDocument/2006/relationships/vmlDrawing" Target="../drawings/vmlDrawing1.vml"/><Relationship Id="rId5" Type="http://schemas.openxmlformats.org/officeDocument/2006/relationships/image" Target="../media/image9.emf"/><Relationship Id="rId4" Type="http://schemas.openxmlformats.org/officeDocument/2006/relationships/package" Target="../embeddings/Microsoft_Excel_Worksheet.xlsx"/></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openxmlformats.org/officeDocument/2006/relationships/slideLayout" Target="../slideLayouts/slideLayout15.xml"/><Relationship Id="rId1" Type="http://schemas.openxmlformats.org/officeDocument/2006/relationships/vmlDrawing" Target="../drawings/vmlDrawing2.vml"/><Relationship Id="rId4" Type="http://schemas.openxmlformats.org/officeDocument/2006/relationships/image" Target="../media/image21.em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openxmlformats.org/officeDocument/2006/relationships/image" Target="../media/image22.png"/><Relationship Id="rId1" Type="http://schemas.openxmlformats.org/officeDocument/2006/relationships/slideLayout" Target="../slideLayouts/slideLayout15.xml"/><Relationship Id="rId4" Type="http://schemas.openxmlformats.org/officeDocument/2006/relationships/image" Target="../media/image23.emf"/></Relationships>
</file>

<file path=ppt/slides/_rels/slide1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slideLayout" Target="../slideLayouts/slideLayout15.xml"/><Relationship Id="rId1" Type="http://schemas.openxmlformats.org/officeDocument/2006/relationships/vmlDrawing" Target="../drawings/vmlDrawing3.vml"/><Relationship Id="rId5" Type="http://schemas.openxmlformats.org/officeDocument/2006/relationships/image" Target="../media/image29.emf"/><Relationship Id="rId4" Type="http://schemas.openxmlformats.org/officeDocument/2006/relationships/package" Target="../embeddings/Microsoft_Excel_Worksheet3.xlsx"/></Relationships>
</file>

<file path=ppt/slides/_rels/slide17.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 name="TextShape 1"/>
          <p:cNvSpPr txBox="1"/>
          <p:nvPr/>
        </p:nvSpPr>
        <p:spPr>
          <a:xfrm>
            <a:off x="435006" y="4149000"/>
            <a:ext cx="8380674" cy="1469520"/>
          </a:xfrm>
          <a:prstGeom prst="rect">
            <a:avLst/>
          </a:prstGeom>
          <a:noFill/>
          <a:ln w="0">
            <a:noFill/>
          </a:ln>
        </p:spPr>
        <p:txBody>
          <a:bodyPr lIns="0" tIns="0" rIns="0" bIns="0" anchor="ctr">
            <a:noAutofit/>
          </a:bodyPr>
          <a:lstStyle/>
          <a:p>
            <a:pPr algn="r"/>
            <a:r>
              <a:rPr lang="fr-FR" sz="4400" spc="-1" dirty="0">
                <a:solidFill>
                  <a:srgbClr val="376092"/>
                </a:solidFill>
                <a:latin typeface="Arial"/>
              </a:rPr>
              <a:t>Dérivation</a:t>
            </a:r>
            <a:br>
              <a:rPr dirty="0"/>
            </a:br>
            <a:endParaRPr lang="en-US" sz="4400" spc="-1" dirty="0">
              <a:solidFill>
                <a:srgbClr val="376092"/>
              </a:solidFill>
              <a:latin typeface="Arial"/>
            </a:endParaRPr>
          </a:p>
        </p:txBody>
      </p:sp>
      <p:sp>
        <p:nvSpPr>
          <p:cNvPr id="134" name="TextShape 2"/>
          <p:cNvSpPr txBox="1"/>
          <p:nvPr/>
        </p:nvSpPr>
        <p:spPr>
          <a:xfrm>
            <a:off x="1043640" y="5733360"/>
            <a:ext cx="7772040" cy="923760"/>
          </a:xfrm>
          <a:prstGeom prst="rect">
            <a:avLst/>
          </a:prstGeom>
          <a:noFill/>
          <a:ln w="0">
            <a:noFill/>
          </a:ln>
        </p:spPr>
        <p:txBody>
          <a:bodyPr lIns="0" tIns="0" rIns="0" bIns="0">
            <a:noAutofit/>
          </a:bodyPr>
          <a:lstStyle/>
          <a:p>
            <a:pPr marL="432000" indent="-324000" algn="r">
              <a:spcAft>
                <a:spcPts val="1060"/>
              </a:spcAft>
              <a:buClr>
                <a:srgbClr val="000000"/>
              </a:buClr>
              <a:buSzPct val="45000"/>
              <a:buFont typeface="Wingdings" charset="2"/>
              <a:buChar char=""/>
            </a:pPr>
            <a:r>
              <a:rPr lang="fr-FR" sz="2400" b="0" strike="noStrike" spc="-1" dirty="0">
                <a:solidFill>
                  <a:srgbClr val="999999"/>
                </a:solidFill>
                <a:latin typeface="Arial"/>
              </a:rPr>
              <a:t>Philippe Schlegel</a:t>
            </a:r>
            <a:endParaRPr lang="en-US" sz="2400" b="0" strike="noStrike" spc="-1" dirty="0">
              <a:solidFill>
                <a:srgbClr val="999999"/>
              </a:solidFill>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 name="TextShape 1"/>
          <p:cNvSpPr txBox="1"/>
          <p:nvPr/>
        </p:nvSpPr>
        <p:spPr>
          <a:xfrm>
            <a:off x="457200" y="274680"/>
            <a:ext cx="8229240" cy="1142640"/>
          </a:xfrm>
          <a:prstGeom prst="rect">
            <a:avLst/>
          </a:prstGeom>
          <a:noFill/>
          <a:ln w="0">
            <a:noFill/>
          </a:ln>
        </p:spPr>
        <p:txBody>
          <a:bodyPr lIns="0" tIns="0" rIns="0" bIns="0">
            <a:noAutofit/>
          </a:bodyPr>
          <a:lstStyle/>
          <a:p>
            <a:r>
              <a:rPr lang="fr-FR" sz="3200" spc="-1" dirty="0">
                <a:solidFill>
                  <a:srgbClr val="376092"/>
                </a:solidFill>
                <a:latin typeface="Arial"/>
              </a:rPr>
              <a:t>Dérivation :</a:t>
            </a:r>
            <a:endParaRPr lang="en-US" sz="3200" b="0" strike="noStrike" spc="-1" dirty="0">
              <a:solidFill>
                <a:srgbClr val="376092"/>
              </a:solidFill>
              <a:latin typeface="Arial"/>
            </a:endParaRPr>
          </a:p>
        </p:txBody>
      </p:sp>
      <p:sp>
        <p:nvSpPr>
          <p:cNvPr id="140" name="TextShape 2"/>
          <p:cNvSpPr txBox="1"/>
          <p:nvPr/>
        </p:nvSpPr>
        <p:spPr>
          <a:xfrm>
            <a:off x="457200" y="1677880"/>
            <a:ext cx="8229240" cy="4447880"/>
          </a:xfrm>
          <a:prstGeom prst="rect">
            <a:avLst/>
          </a:prstGeom>
          <a:noFill/>
          <a:ln w="0">
            <a:noFill/>
          </a:ln>
        </p:spPr>
        <p:txBody>
          <a:bodyPr lIns="0" tIns="0" rIns="0" bIns="0">
            <a:noAutofit/>
          </a:bodyPr>
          <a:lstStyle/>
          <a:p>
            <a:pPr marL="432000" indent="-324000">
              <a:spcAft>
                <a:spcPts val="1060"/>
              </a:spcAft>
              <a:buClr>
                <a:srgbClr val="000000"/>
              </a:buClr>
              <a:buSzPct val="45000"/>
              <a:buFont typeface="Wingdings" charset="2"/>
              <a:buChar char=""/>
            </a:pPr>
            <a:r>
              <a:rPr lang="fr-FR" sz="2400" b="0" strike="noStrike" spc="-1" dirty="0">
                <a:solidFill>
                  <a:srgbClr val="376092"/>
                </a:solidFill>
                <a:latin typeface="Arial"/>
              </a:rPr>
              <a:t>Qu'est-ce qu'une dérivée ?</a:t>
            </a:r>
          </a:p>
          <a:p>
            <a:pPr marL="432000" indent="-324000">
              <a:spcAft>
                <a:spcPts val="1060"/>
              </a:spcAft>
              <a:buClr>
                <a:srgbClr val="000000"/>
              </a:buClr>
              <a:buSzPct val="45000"/>
              <a:buFont typeface="Wingdings" charset="2"/>
              <a:buChar char=""/>
            </a:pPr>
            <a:r>
              <a:rPr lang="fr-FR" sz="2400" spc="-1" dirty="0">
                <a:solidFill>
                  <a:srgbClr val="376092"/>
                </a:solidFill>
                <a:latin typeface="Arial"/>
              </a:rPr>
              <a:t>Dérivés des fonctions de référence</a:t>
            </a:r>
          </a:p>
          <a:p>
            <a:pPr marL="432000" indent="-324000">
              <a:spcAft>
                <a:spcPts val="1060"/>
              </a:spcAft>
              <a:buClr>
                <a:srgbClr val="000000"/>
              </a:buClr>
              <a:buSzPct val="45000"/>
              <a:buFont typeface="Wingdings" charset="2"/>
              <a:buChar char=""/>
            </a:pPr>
            <a:r>
              <a:rPr lang="fr-FR" sz="2400" b="0" strike="noStrike" spc="-1" dirty="0">
                <a:solidFill>
                  <a:srgbClr val="376092"/>
                </a:solidFill>
                <a:latin typeface="Arial"/>
              </a:rPr>
              <a:t>Dérivée et sens de variation</a:t>
            </a:r>
          </a:p>
          <a:p>
            <a:pPr marL="432000" indent="-324000">
              <a:spcAft>
                <a:spcPts val="1060"/>
              </a:spcAft>
              <a:buClr>
                <a:srgbClr val="000000"/>
              </a:buClr>
              <a:buSzPct val="45000"/>
              <a:buFont typeface="Wingdings" charset="2"/>
              <a:buChar char=""/>
            </a:pPr>
            <a:r>
              <a:rPr lang="fr-FR" sz="2400" spc="-1" dirty="0">
                <a:solidFill>
                  <a:srgbClr val="376092"/>
                </a:solidFill>
                <a:latin typeface="Arial"/>
              </a:rPr>
              <a:t>Extremums locaux d'une fonction</a:t>
            </a:r>
          </a:p>
          <a:p>
            <a:pPr marL="432000" indent="-324000">
              <a:spcAft>
                <a:spcPts val="1060"/>
              </a:spcAft>
              <a:buClr>
                <a:srgbClr val="000000"/>
              </a:buClr>
              <a:buSzPct val="45000"/>
              <a:buFont typeface="Wingdings" charset="2"/>
              <a:buChar char=""/>
            </a:pPr>
            <a:r>
              <a:rPr lang="fr-FR" sz="2400" spc="-1" dirty="0">
                <a:solidFill>
                  <a:srgbClr val="376092"/>
                </a:solidFill>
                <a:latin typeface="Arial"/>
              </a:rPr>
              <a:t>Lecture d'un tableau de signe</a:t>
            </a:r>
          </a:p>
          <a:p>
            <a:pPr marL="432000" indent="-324000">
              <a:spcAft>
                <a:spcPts val="1060"/>
              </a:spcAft>
              <a:buClr>
                <a:srgbClr val="000000"/>
              </a:buClr>
              <a:buSzPct val="45000"/>
              <a:buFont typeface="Wingdings" charset="2"/>
              <a:buChar char=""/>
            </a:pPr>
            <a:r>
              <a:rPr lang="fr-FR" sz="2400" spc="-1" dirty="0">
                <a:solidFill>
                  <a:srgbClr val="376092"/>
                </a:solidFill>
                <a:latin typeface="Arial"/>
              </a:rPr>
              <a:t>Logarithme népérien et exponentielle</a:t>
            </a:r>
          </a:p>
          <a:p>
            <a:pPr marL="432000" indent="-324000">
              <a:spcAft>
                <a:spcPts val="1060"/>
              </a:spcAft>
              <a:buClr>
                <a:srgbClr val="000000"/>
              </a:buClr>
              <a:buSzPct val="45000"/>
              <a:buFont typeface="Wingdings" charset="2"/>
              <a:buChar char=""/>
            </a:pPr>
            <a:r>
              <a:rPr lang="fr-FR" sz="2400" b="0" strike="noStrike" spc="-1" dirty="0">
                <a:solidFill>
                  <a:srgbClr val="376092"/>
                </a:solidFill>
                <a:latin typeface="Arial"/>
              </a:rPr>
              <a:t>Cas concrets</a:t>
            </a:r>
          </a:p>
          <a:p>
            <a:pPr marL="432000" indent="-324000">
              <a:spcAft>
                <a:spcPts val="1060"/>
              </a:spcAft>
              <a:buClr>
                <a:srgbClr val="000000"/>
              </a:buClr>
              <a:buSzPct val="45000"/>
              <a:buFont typeface="Wingdings" charset="2"/>
              <a:buChar char=""/>
            </a:pPr>
            <a:r>
              <a:rPr lang="fr-FR" sz="2400" spc="-1" dirty="0">
                <a:solidFill>
                  <a:srgbClr val="376092"/>
                </a:solidFill>
                <a:latin typeface="Arial"/>
              </a:rPr>
              <a:t>Questions</a:t>
            </a:r>
            <a:endParaRPr lang="fr-FR" sz="2400" b="0" strike="noStrike" spc="-1" dirty="0">
              <a:solidFill>
                <a:srgbClr val="376092"/>
              </a:solidFill>
              <a:latin typeface="Arial"/>
            </a:endParaRPr>
          </a:p>
          <a:p>
            <a:pPr marL="432000" indent="-324000">
              <a:spcAft>
                <a:spcPts val="1060"/>
              </a:spcAft>
              <a:buClr>
                <a:srgbClr val="000000"/>
              </a:buClr>
              <a:buSzPct val="45000"/>
              <a:buFont typeface="Wingdings" charset="2"/>
              <a:buChar char=""/>
            </a:pPr>
            <a:endParaRPr lang="fr-FR" sz="2400" b="0" strike="noStrike" spc="-1" dirty="0">
              <a:solidFill>
                <a:srgbClr val="376092"/>
              </a:solidFill>
              <a:latin typeface="Arial"/>
            </a:endParaRPr>
          </a:p>
          <a:p>
            <a:pPr marL="432000" indent="-324000">
              <a:spcAft>
                <a:spcPts val="1060"/>
              </a:spcAft>
              <a:buClr>
                <a:srgbClr val="000000"/>
              </a:buClr>
              <a:buSzPct val="45000"/>
              <a:buFont typeface="Wingdings" charset="2"/>
              <a:buChar char=""/>
            </a:pPr>
            <a:endParaRPr lang="fr-FR" sz="2400" b="0" strike="noStrike" spc="-1" dirty="0">
              <a:solidFill>
                <a:srgbClr val="376092"/>
              </a:solidFill>
              <a:latin typeface="Arial"/>
            </a:endParaRPr>
          </a:p>
          <a:p>
            <a:pPr marL="432000" indent="-324000">
              <a:spcAft>
                <a:spcPts val="1060"/>
              </a:spcAft>
              <a:buClr>
                <a:srgbClr val="000000"/>
              </a:buClr>
              <a:buSzPct val="45000"/>
              <a:buFont typeface="Wingdings" charset="2"/>
              <a:buChar char=""/>
            </a:pPr>
            <a:endParaRPr lang="fr-FR" sz="2400" b="0" strike="noStrike" spc="-1" dirty="0">
              <a:solidFill>
                <a:srgbClr val="376092"/>
              </a:solidFill>
              <a:latin typeface="Arial"/>
            </a:endParaRPr>
          </a:p>
          <a:p>
            <a:pPr marL="432000" indent="-324000">
              <a:spcAft>
                <a:spcPts val="1060"/>
              </a:spcAft>
              <a:buClr>
                <a:srgbClr val="000000"/>
              </a:buClr>
              <a:buSzPct val="45000"/>
              <a:buFont typeface="Wingdings" charset="2"/>
              <a:buChar char=""/>
            </a:pPr>
            <a:endParaRPr lang="fr-FR" sz="2400" spc="-1" dirty="0">
              <a:solidFill>
                <a:srgbClr val="376092"/>
              </a:solidFill>
              <a:latin typeface="Arial"/>
            </a:endParaRPr>
          </a:p>
          <a:p>
            <a:pPr marL="432000" indent="-324000">
              <a:spcAft>
                <a:spcPts val="1060"/>
              </a:spcAft>
              <a:buClr>
                <a:srgbClr val="000000"/>
              </a:buClr>
              <a:buSzPct val="45000"/>
              <a:buFont typeface="Wingdings" charset="2"/>
              <a:buChar char=""/>
            </a:pPr>
            <a:endParaRPr lang="fr-FR" sz="2400" b="0" strike="noStrike" spc="-1" dirty="0">
              <a:solidFill>
                <a:srgbClr val="376092"/>
              </a:solidFill>
              <a:latin typeface="Arial"/>
            </a:endParaRPr>
          </a:p>
          <a:p>
            <a:pPr marL="432000" indent="-324000">
              <a:spcAft>
                <a:spcPts val="1060"/>
              </a:spcAft>
              <a:buClr>
                <a:srgbClr val="000000"/>
              </a:buClr>
              <a:buSzPct val="45000"/>
              <a:buFont typeface="Wingdings" charset="2"/>
              <a:buChar char=""/>
            </a:pPr>
            <a:endParaRPr lang="fr-FR" sz="2400" b="0" strike="noStrike" spc="-1" dirty="0">
              <a:solidFill>
                <a:srgbClr val="376092"/>
              </a:solidFill>
              <a:latin typeface="Arial"/>
            </a:endParaRPr>
          </a:p>
          <a:p>
            <a:pPr marL="432000" indent="-324000">
              <a:spcAft>
                <a:spcPts val="1060"/>
              </a:spcAft>
              <a:buClr>
                <a:srgbClr val="000000"/>
              </a:buClr>
              <a:buSzPct val="45000"/>
              <a:buFont typeface="Wingdings" charset="2"/>
              <a:buChar char=""/>
            </a:pPr>
            <a:endParaRPr lang="fr-FR" sz="2400" b="0" strike="noStrike" spc="-1" dirty="0">
              <a:solidFill>
                <a:srgbClr val="376092"/>
              </a:solidFill>
              <a:latin typeface="Arial"/>
            </a:endParaRPr>
          </a:p>
          <a:p>
            <a:pPr marL="432000" indent="-324000" algn="r">
              <a:spcAft>
                <a:spcPts val="1060"/>
              </a:spcAft>
              <a:buClr>
                <a:srgbClr val="000000"/>
              </a:buClr>
              <a:buSzPct val="45000"/>
              <a:buFont typeface="Wingdings" charset="2"/>
              <a:buChar char=""/>
            </a:pPr>
            <a:endParaRPr lang="fr-FR" sz="2400" b="0" strike="noStrike" spc="-1" dirty="0">
              <a:solidFill>
                <a:srgbClr val="376092"/>
              </a:solidFill>
              <a:latin typeface="Arial"/>
            </a:endParaRPr>
          </a:p>
        </p:txBody>
      </p:sp>
      <p:sp>
        <p:nvSpPr>
          <p:cNvPr id="3" name="AutoShape 2" descr="\mathbb {N} ">
            <a:extLst>
              <a:ext uri="{FF2B5EF4-FFF2-40B4-BE49-F238E27FC236}">
                <a16:creationId xmlns:a16="http://schemas.microsoft.com/office/drawing/2014/main" id="{5683ECBD-29C6-41B0-A0CC-C50D1395AF63}"/>
              </a:ext>
            </a:extLst>
          </p:cNvPr>
          <p:cNvSpPr>
            <a:spLocks noChangeAspect="1" noChangeArrowheads="1"/>
          </p:cNvSpPr>
          <p:nvPr/>
        </p:nvSpPr>
        <p:spPr bwMode="auto">
          <a:xfrm>
            <a:off x="4419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spTree>
    <p:extLst>
      <p:ext uri="{BB962C8B-B14F-4D97-AF65-F5344CB8AC3E}">
        <p14:creationId xmlns:p14="http://schemas.microsoft.com/office/powerpoint/2010/main" val="11316731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 name="TextShape 1"/>
          <p:cNvSpPr txBox="1"/>
          <p:nvPr/>
        </p:nvSpPr>
        <p:spPr>
          <a:xfrm>
            <a:off x="457200" y="274680"/>
            <a:ext cx="8229240" cy="1142640"/>
          </a:xfrm>
          <a:prstGeom prst="rect">
            <a:avLst/>
          </a:prstGeom>
          <a:noFill/>
          <a:ln w="0">
            <a:noFill/>
          </a:ln>
        </p:spPr>
        <p:txBody>
          <a:bodyPr lIns="0" tIns="0" rIns="0" bIns="0">
            <a:noAutofit/>
          </a:bodyPr>
          <a:lstStyle/>
          <a:p>
            <a:r>
              <a:rPr lang="fr-FR" sz="3200" spc="-1" dirty="0">
                <a:solidFill>
                  <a:srgbClr val="376092"/>
                </a:solidFill>
                <a:latin typeface="Arial"/>
              </a:rPr>
              <a:t>Qu'est-ce qu'une dérivée ? : </a:t>
            </a:r>
            <a:endParaRPr lang="en-US" sz="3200" b="0" strike="noStrike" spc="-1" dirty="0">
              <a:solidFill>
                <a:srgbClr val="376092"/>
              </a:solidFill>
              <a:latin typeface="Arial"/>
            </a:endParaRPr>
          </a:p>
        </p:txBody>
      </p:sp>
      <p:sp>
        <p:nvSpPr>
          <p:cNvPr id="136" name="TextShape 2"/>
          <p:cNvSpPr txBox="1"/>
          <p:nvPr/>
        </p:nvSpPr>
        <p:spPr>
          <a:xfrm>
            <a:off x="457200" y="1233996"/>
            <a:ext cx="8229240" cy="4891764"/>
          </a:xfrm>
          <a:prstGeom prst="rect">
            <a:avLst/>
          </a:prstGeom>
          <a:noFill/>
          <a:ln w="0">
            <a:noFill/>
          </a:ln>
        </p:spPr>
        <p:txBody>
          <a:bodyPr lIns="0" tIns="0" rIns="0" bIns="0">
            <a:noAutofit/>
          </a:bodyPr>
          <a:lstStyle/>
          <a:p>
            <a:pPr marL="406800" indent="-324000">
              <a:spcAft>
                <a:spcPts val="1134"/>
              </a:spcAft>
              <a:buClr>
                <a:srgbClr val="000000"/>
              </a:buClr>
              <a:buSzPct val="45000"/>
              <a:buFont typeface="Wingdings" charset="2"/>
              <a:buChar char=""/>
            </a:pPr>
            <a:r>
              <a:rPr lang="fr-FR" sz="2400" spc="-1" dirty="0">
                <a:solidFill>
                  <a:srgbClr val="376092"/>
                </a:solidFill>
                <a:latin typeface="Calibri"/>
              </a:rPr>
              <a:t>Une dérivée mesure la variation instantanée d'une fonction par rapport à une variable.</a:t>
            </a:r>
          </a:p>
          <a:p>
            <a:pPr marL="406800" indent="-324000">
              <a:spcAft>
                <a:spcPts val="1134"/>
              </a:spcAft>
              <a:buClr>
                <a:srgbClr val="000000"/>
              </a:buClr>
              <a:buSzPct val="45000"/>
              <a:buFont typeface="Wingdings" charset="2"/>
              <a:buChar char=""/>
            </a:pPr>
            <a:r>
              <a:rPr lang="fr-FR" sz="2400" spc="-1" dirty="0">
                <a:solidFill>
                  <a:srgbClr val="376092"/>
                </a:solidFill>
                <a:latin typeface="Calibri"/>
              </a:rPr>
              <a:t>Elle indique à quelle vitesse une quantité change à un instant précis.</a:t>
            </a:r>
          </a:p>
          <a:p>
            <a:pPr marL="406800" indent="-324000">
              <a:spcAft>
                <a:spcPts val="1134"/>
              </a:spcAft>
              <a:buClr>
                <a:srgbClr val="000000"/>
              </a:buClr>
              <a:buSzPct val="45000"/>
              <a:buFont typeface="Wingdings" charset="2"/>
              <a:buChar char=""/>
            </a:pPr>
            <a:r>
              <a:rPr lang="fr-FR" sz="2400" spc="-1" dirty="0">
                <a:solidFill>
                  <a:srgbClr val="376092"/>
                </a:solidFill>
                <a:latin typeface="Calibri"/>
              </a:rPr>
              <a:t>Pour une fonction f(x), sa dérivée en un point p correspond à la pente de la tangente à la courbe en ce point.   </a:t>
            </a:r>
          </a:p>
          <a:p>
            <a:pPr marL="381600" indent="-288000">
              <a:spcAft>
                <a:spcPts val="850"/>
              </a:spcAft>
              <a:buClr>
                <a:srgbClr val="000000"/>
              </a:buClr>
              <a:buSzPct val="75000"/>
              <a:buFont typeface="Symbol" charset="2"/>
              <a:buChar char=""/>
            </a:pPr>
            <a:endParaRPr lang="en-US" sz="2400" b="0" strike="noStrike" spc="-1" dirty="0">
              <a:solidFill>
                <a:srgbClr val="376092"/>
              </a:solidFill>
              <a:latin typeface="Calibri"/>
            </a:endParaRPr>
          </a:p>
        </p:txBody>
      </p:sp>
      <p:graphicFrame>
        <p:nvGraphicFramePr>
          <p:cNvPr id="2" name="Graphique 1">
            <a:extLst>
              <a:ext uri="{FF2B5EF4-FFF2-40B4-BE49-F238E27FC236}">
                <a16:creationId xmlns:a16="http://schemas.microsoft.com/office/drawing/2014/main" id="{3C7DE2D8-D9CD-C36E-185B-8577426C1603}"/>
              </a:ext>
            </a:extLst>
          </p:cNvPr>
          <p:cNvGraphicFramePr>
            <a:graphicFrameLocks/>
          </p:cNvGraphicFramePr>
          <p:nvPr>
            <p:extLst>
              <p:ext uri="{D42A27DB-BD31-4B8C-83A1-F6EECF244321}">
                <p14:modId xmlns:p14="http://schemas.microsoft.com/office/powerpoint/2010/main" val="4238036669"/>
              </p:ext>
            </p:extLst>
          </p:nvPr>
        </p:nvGraphicFramePr>
        <p:xfrm>
          <a:off x="820882" y="3617533"/>
          <a:ext cx="8229240" cy="3160568"/>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0729492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04940-DBF7-7641-6EDD-46F8EE3A0F64}"/>
            </a:ext>
          </a:extLst>
        </p:cNvPr>
        <p:cNvGrpSpPr/>
        <p:nvPr/>
      </p:nvGrpSpPr>
      <p:grpSpPr>
        <a:xfrm>
          <a:off x="0" y="0"/>
          <a:ext cx="0" cy="0"/>
          <a:chOff x="0" y="0"/>
          <a:chExt cx="0" cy="0"/>
        </a:xfrm>
      </p:grpSpPr>
      <p:sp>
        <p:nvSpPr>
          <p:cNvPr id="135" name="TextShape 1">
            <a:extLst>
              <a:ext uri="{FF2B5EF4-FFF2-40B4-BE49-F238E27FC236}">
                <a16:creationId xmlns:a16="http://schemas.microsoft.com/office/drawing/2014/main" id="{E795CAD3-C854-E278-32D4-53287974EF8B}"/>
              </a:ext>
            </a:extLst>
          </p:cNvPr>
          <p:cNvSpPr txBox="1"/>
          <p:nvPr/>
        </p:nvSpPr>
        <p:spPr>
          <a:xfrm>
            <a:off x="457200" y="274680"/>
            <a:ext cx="8229240" cy="1142640"/>
          </a:xfrm>
          <a:prstGeom prst="rect">
            <a:avLst/>
          </a:prstGeom>
          <a:noFill/>
          <a:ln w="0">
            <a:noFill/>
          </a:ln>
        </p:spPr>
        <p:txBody>
          <a:bodyPr lIns="0" tIns="0" rIns="0" bIns="0">
            <a:noAutofit/>
          </a:bodyPr>
          <a:lstStyle/>
          <a:p>
            <a:r>
              <a:rPr lang="fr-FR" sz="3200" spc="-1" dirty="0">
                <a:solidFill>
                  <a:srgbClr val="376092"/>
                </a:solidFill>
                <a:latin typeface="Arial"/>
              </a:rPr>
              <a:t>Dérivées des fonctions de références : </a:t>
            </a:r>
            <a:endParaRPr lang="en-US" sz="3200" b="0" strike="noStrike" spc="-1" dirty="0">
              <a:solidFill>
                <a:srgbClr val="376092"/>
              </a:solidFill>
              <a:latin typeface="Arial"/>
            </a:endParaRPr>
          </a:p>
        </p:txBody>
      </p:sp>
      <p:sp>
        <p:nvSpPr>
          <p:cNvPr id="136" name="TextShape 2">
            <a:extLst>
              <a:ext uri="{FF2B5EF4-FFF2-40B4-BE49-F238E27FC236}">
                <a16:creationId xmlns:a16="http://schemas.microsoft.com/office/drawing/2014/main" id="{DD11AF74-631C-0835-54B9-A1FD2A1F9BCF}"/>
              </a:ext>
            </a:extLst>
          </p:cNvPr>
          <p:cNvSpPr txBox="1"/>
          <p:nvPr/>
        </p:nvSpPr>
        <p:spPr>
          <a:xfrm>
            <a:off x="457200" y="1233996"/>
            <a:ext cx="8229240" cy="4891764"/>
          </a:xfrm>
          <a:prstGeom prst="rect">
            <a:avLst/>
          </a:prstGeom>
          <a:noFill/>
          <a:ln w="0">
            <a:noFill/>
          </a:ln>
        </p:spPr>
        <p:txBody>
          <a:bodyPr lIns="0" tIns="0" rIns="0" bIns="0">
            <a:noAutofit/>
          </a:bodyPr>
          <a:lstStyle/>
          <a:p>
            <a:pPr marL="406800" indent="-324000">
              <a:spcAft>
                <a:spcPts val="1134"/>
              </a:spcAft>
              <a:buClr>
                <a:srgbClr val="000000"/>
              </a:buClr>
              <a:buSzPct val="45000"/>
              <a:buFont typeface="Wingdings" charset="2"/>
              <a:buChar char=""/>
            </a:pPr>
            <a:r>
              <a:rPr lang="fr-FR" sz="2400" spc="-1" dirty="0">
                <a:solidFill>
                  <a:srgbClr val="376092"/>
                </a:solidFill>
                <a:latin typeface="Calibri"/>
              </a:rPr>
              <a:t>Voici comment calculer les dérivées de quelques fonctions classiques :</a:t>
            </a:r>
          </a:p>
          <a:p>
            <a:pPr marL="406800" indent="-324000">
              <a:spcAft>
                <a:spcPts val="1134"/>
              </a:spcAft>
              <a:buClr>
                <a:srgbClr val="000000"/>
              </a:buClr>
              <a:buSzPct val="45000"/>
              <a:buFont typeface="Wingdings" charset="2"/>
              <a:buChar char=""/>
            </a:pPr>
            <a:endParaRPr lang="fr-FR" sz="2400" spc="-1" dirty="0">
              <a:solidFill>
                <a:srgbClr val="376092"/>
              </a:solidFill>
              <a:latin typeface="Calibri"/>
            </a:endParaRPr>
          </a:p>
          <a:p>
            <a:pPr marL="406800" indent="-324000">
              <a:spcAft>
                <a:spcPts val="1134"/>
              </a:spcAft>
              <a:buClr>
                <a:srgbClr val="000000"/>
              </a:buClr>
              <a:buSzPct val="45000"/>
              <a:buFont typeface="Wingdings" charset="2"/>
              <a:buChar char=""/>
            </a:pPr>
            <a:endParaRPr lang="fr-FR" sz="2400" spc="-1" dirty="0">
              <a:solidFill>
                <a:srgbClr val="376092"/>
              </a:solidFill>
              <a:latin typeface="Calibri"/>
            </a:endParaRPr>
          </a:p>
          <a:p>
            <a:pPr marL="406800" indent="-324000">
              <a:spcAft>
                <a:spcPts val="1134"/>
              </a:spcAft>
              <a:buClr>
                <a:srgbClr val="000000"/>
              </a:buClr>
              <a:buSzPct val="45000"/>
              <a:buFont typeface="Wingdings" charset="2"/>
              <a:buChar char=""/>
            </a:pPr>
            <a:endParaRPr lang="fr-FR" sz="2400" spc="-1" dirty="0">
              <a:solidFill>
                <a:srgbClr val="376092"/>
              </a:solidFill>
              <a:latin typeface="Calibri"/>
            </a:endParaRPr>
          </a:p>
          <a:p>
            <a:pPr marL="406800" indent="-324000">
              <a:spcAft>
                <a:spcPts val="1134"/>
              </a:spcAft>
              <a:buClr>
                <a:srgbClr val="000000"/>
              </a:buClr>
              <a:buSzPct val="45000"/>
              <a:buFont typeface="Wingdings" charset="2"/>
              <a:buChar char=""/>
            </a:pPr>
            <a:endParaRPr lang="fr-FR" sz="2400" spc="-1" dirty="0">
              <a:solidFill>
                <a:srgbClr val="376092"/>
              </a:solidFill>
              <a:latin typeface="Calibri"/>
            </a:endParaRPr>
          </a:p>
          <a:p>
            <a:pPr marL="406800" indent="-324000">
              <a:spcAft>
                <a:spcPts val="1134"/>
              </a:spcAft>
              <a:buClr>
                <a:srgbClr val="000000"/>
              </a:buClr>
              <a:buSzPct val="45000"/>
              <a:buFont typeface="Wingdings" charset="2"/>
              <a:buChar char=""/>
            </a:pPr>
            <a:endParaRPr lang="fr-FR" sz="2400" spc="-1" dirty="0">
              <a:solidFill>
                <a:srgbClr val="376092"/>
              </a:solidFill>
              <a:latin typeface="Calibri"/>
            </a:endParaRPr>
          </a:p>
          <a:p>
            <a:pPr marL="406800" indent="-324000">
              <a:spcAft>
                <a:spcPts val="1134"/>
              </a:spcAft>
              <a:buClr>
                <a:srgbClr val="000000"/>
              </a:buClr>
              <a:buSzPct val="45000"/>
              <a:buFont typeface="Wingdings" charset="2"/>
              <a:buChar char=""/>
            </a:pPr>
            <a:r>
              <a:rPr lang="fr-FR" sz="2400" spc="-1" dirty="0">
                <a:solidFill>
                  <a:srgbClr val="376092"/>
                </a:solidFill>
                <a:latin typeface="Calibri"/>
              </a:rPr>
              <a:t>Ces fonctions de bases sont à connaitre car elles vont nous servir de base pour des fonctions plus complexes.</a:t>
            </a:r>
          </a:p>
          <a:p>
            <a:pPr marL="406800" indent="-324000">
              <a:spcAft>
                <a:spcPts val="1134"/>
              </a:spcAft>
              <a:buClr>
                <a:srgbClr val="000000"/>
              </a:buClr>
              <a:buSzPct val="45000"/>
              <a:buFont typeface="Wingdings" charset="2"/>
              <a:buChar char=""/>
            </a:pPr>
            <a:r>
              <a:rPr lang="fr-FR" sz="2400" spc="-1" dirty="0">
                <a:solidFill>
                  <a:srgbClr val="376092"/>
                </a:solidFill>
                <a:latin typeface="Calibri"/>
              </a:rPr>
              <a:t>Calculons les dérivées de : f(x) = 4*x, g(x) = 7*x², h(x) = 2*x</a:t>
            </a:r>
            <a:r>
              <a:rPr lang="fr-FR" sz="2400" spc="-1" baseline="30000" dirty="0">
                <a:solidFill>
                  <a:srgbClr val="376092"/>
                </a:solidFill>
                <a:latin typeface="Calibri"/>
              </a:rPr>
              <a:t>16</a:t>
            </a:r>
            <a:r>
              <a:rPr lang="fr-FR" sz="2400" spc="-1" dirty="0">
                <a:solidFill>
                  <a:srgbClr val="376092"/>
                </a:solidFill>
                <a:latin typeface="Calibri"/>
              </a:rPr>
              <a:t>   </a:t>
            </a:r>
          </a:p>
          <a:p>
            <a:pPr marL="406800" indent="-324000">
              <a:spcAft>
                <a:spcPts val="1134"/>
              </a:spcAft>
              <a:buClr>
                <a:srgbClr val="000000"/>
              </a:buClr>
              <a:buSzPct val="45000"/>
              <a:buFont typeface="Wingdings" charset="2"/>
              <a:buChar char=""/>
            </a:pPr>
            <a:endParaRPr lang="fr-FR" sz="2400" spc="-1" dirty="0">
              <a:solidFill>
                <a:srgbClr val="376092"/>
              </a:solidFill>
              <a:latin typeface="Calibri"/>
            </a:endParaRPr>
          </a:p>
          <a:p>
            <a:pPr marL="82800">
              <a:spcAft>
                <a:spcPts val="1134"/>
              </a:spcAft>
              <a:buClr>
                <a:srgbClr val="000000"/>
              </a:buClr>
              <a:buSzPct val="45000"/>
            </a:pPr>
            <a:endParaRPr lang="fr-FR" sz="2400" spc="-1" dirty="0">
              <a:solidFill>
                <a:srgbClr val="376092"/>
              </a:solidFill>
              <a:latin typeface="Calibri"/>
            </a:endParaRPr>
          </a:p>
          <a:p>
            <a:pPr marL="381600" indent="-288000">
              <a:spcAft>
                <a:spcPts val="850"/>
              </a:spcAft>
              <a:buClr>
                <a:srgbClr val="000000"/>
              </a:buClr>
              <a:buSzPct val="75000"/>
              <a:buFont typeface="Symbol" charset="2"/>
              <a:buChar char=""/>
            </a:pPr>
            <a:endParaRPr lang="en-US" sz="2400" b="0" strike="noStrike" spc="-1" dirty="0">
              <a:solidFill>
                <a:srgbClr val="376092"/>
              </a:solidFill>
              <a:latin typeface="Calibri"/>
            </a:endParaRPr>
          </a:p>
        </p:txBody>
      </p:sp>
      <p:graphicFrame>
        <p:nvGraphicFramePr>
          <p:cNvPr id="4" name="Tableau 3">
            <a:extLst>
              <a:ext uri="{FF2B5EF4-FFF2-40B4-BE49-F238E27FC236}">
                <a16:creationId xmlns:a16="http://schemas.microsoft.com/office/drawing/2014/main" id="{AFA6FDC5-B54D-4E1E-9A82-D357D59AFB51}"/>
              </a:ext>
            </a:extLst>
          </p:cNvPr>
          <p:cNvGraphicFramePr>
            <a:graphicFrameLocks noGrp="1"/>
          </p:cNvGraphicFramePr>
          <p:nvPr>
            <p:extLst>
              <p:ext uri="{D42A27DB-BD31-4B8C-83A1-F6EECF244321}">
                <p14:modId xmlns:p14="http://schemas.microsoft.com/office/powerpoint/2010/main" val="1891462860"/>
              </p:ext>
            </p:extLst>
          </p:nvPr>
        </p:nvGraphicFramePr>
        <p:xfrm>
          <a:off x="1462232" y="2107551"/>
          <a:ext cx="5575300" cy="2409825"/>
        </p:xfrm>
        <a:graphic>
          <a:graphicData uri="http://schemas.openxmlformats.org/drawingml/2006/table">
            <a:tbl>
              <a:tblPr/>
              <a:tblGrid>
                <a:gridCol w="3657600">
                  <a:extLst>
                    <a:ext uri="{9D8B030D-6E8A-4147-A177-3AD203B41FA5}">
                      <a16:colId xmlns:a16="http://schemas.microsoft.com/office/drawing/2014/main" val="198342528"/>
                    </a:ext>
                  </a:extLst>
                </a:gridCol>
                <a:gridCol w="1917700">
                  <a:extLst>
                    <a:ext uri="{9D8B030D-6E8A-4147-A177-3AD203B41FA5}">
                      <a16:colId xmlns:a16="http://schemas.microsoft.com/office/drawing/2014/main" val="3225581962"/>
                    </a:ext>
                  </a:extLst>
                </a:gridCol>
              </a:tblGrid>
              <a:tr h="333375">
                <a:tc>
                  <a:txBody>
                    <a:bodyPr/>
                    <a:lstStyle/>
                    <a:p>
                      <a:pPr algn="ctr" fontAlgn="b">
                        <a:buNone/>
                      </a:pPr>
                      <a:r>
                        <a:rPr lang="fr-FR" sz="2000" b="1" i="0" u="none" strike="noStrike">
                          <a:solidFill>
                            <a:srgbClr val="FFFFFF"/>
                          </a:solidFill>
                          <a:effectLst/>
                          <a:latin typeface="Aptos Narrow" panose="020B0004020202020204" pitchFamily="34" charset="0"/>
                        </a:rPr>
                        <a:t>Fonction f</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0000"/>
                    </a:solidFill>
                  </a:tcPr>
                </a:tc>
                <a:tc>
                  <a:txBody>
                    <a:bodyPr/>
                    <a:lstStyle/>
                    <a:p>
                      <a:pPr algn="ctr" fontAlgn="b">
                        <a:buNone/>
                      </a:pPr>
                      <a:r>
                        <a:rPr lang="fr-FR" sz="2000" b="1" i="0" u="none" strike="noStrike">
                          <a:solidFill>
                            <a:srgbClr val="FFFFFF"/>
                          </a:solidFill>
                          <a:effectLst/>
                          <a:latin typeface="Aptos Narrow" panose="020B0004020202020204" pitchFamily="34" charset="0"/>
                        </a:rPr>
                        <a:t>Dérivée f'</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0000"/>
                    </a:solidFill>
                  </a:tcPr>
                </a:tc>
                <a:extLst>
                  <a:ext uri="{0D108BD9-81ED-4DB2-BD59-A6C34878D82A}">
                    <a16:rowId xmlns:a16="http://schemas.microsoft.com/office/drawing/2014/main" val="4044101454"/>
                  </a:ext>
                </a:extLst>
              </a:tr>
              <a:tr h="333375">
                <a:tc>
                  <a:txBody>
                    <a:bodyPr/>
                    <a:lstStyle/>
                    <a:p>
                      <a:pPr algn="l" fontAlgn="b">
                        <a:buNone/>
                      </a:pPr>
                      <a:r>
                        <a:rPr lang="fr-FR" sz="2000" b="0" i="0" u="none" strike="noStrike">
                          <a:solidFill>
                            <a:srgbClr val="000000"/>
                          </a:solidFill>
                          <a:effectLst/>
                          <a:latin typeface="Aptos Narrow" panose="020B0004020202020204" pitchFamily="34" charset="0"/>
                        </a:rPr>
                        <a:t>f(x) = k (constante)</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fr-FR" sz="2000" b="0" i="0" u="none" strike="noStrike">
                          <a:solidFill>
                            <a:srgbClr val="000000"/>
                          </a:solidFill>
                          <a:effectLst/>
                          <a:latin typeface="Aptos Narrow" panose="020B0004020202020204" pitchFamily="34" charset="0"/>
                        </a:rPr>
                        <a:t>f'(x) = 0</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33742456"/>
                  </a:ext>
                </a:extLst>
              </a:tr>
              <a:tr h="333375">
                <a:tc>
                  <a:txBody>
                    <a:bodyPr/>
                    <a:lstStyle/>
                    <a:p>
                      <a:pPr algn="l" fontAlgn="b">
                        <a:buNone/>
                      </a:pPr>
                      <a:r>
                        <a:rPr lang="fr-FR" sz="2000" b="0" i="0" u="none" strike="noStrike">
                          <a:solidFill>
                            <a:srgbClr val="000000"/>
                          </a:solidFill>
                          <a:effectLst/>
                          <a:latin typeface="Aptos Narrow" panose="020B0004020202020204" pitchFamily="34" charset="0"/>
                        </a:rPr>
                        <a:t>f(x) = a*x (a réel)</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fr-FR" sz="2000" b="0" i="0" u="none" strike="noStrike">
                          <a:solidFill>
                            <a:srgbClr val="000000"/>
                          </a:solidFill>
                          <a:effectLst/>
                          <a:latin typeface="Aptos Narrow" panose="020B0004020202020204" pitchFamily="34" charset="0"/>
                        </a:rPr>
                        <a:t>f'(x) = 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00982258"/>
                  </a:ext>
                </a:extLst>
              </a:tr>
              <a:tr h="333375">
                <a:tc>
                  <a:txBody>
                    <a:bodyPr/>
                    <a:lstStyle/>
                    <a:p>
                      <a:pPr algn="l" fontAlgn="b">
                        <a:buNone/>
                      </a:pPr>
                      <a:r>
                        <a:rPr lang="fr-FR" sz="2000" b="0" i="0" u="none" strike="noStrike">
                          <a:solidFill>
                            <a:srgbClr val="000000"/>
                          </a:solidFill>
                          <a:effectLst/>
                          <a:latin typeface="Aptos Narrow" panose="020B0004020202020204" pitchFamily="34" charset="0"/>
                        </a:rPr>
                        <a:t>f(x) = a * x²  (a réel)</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pt-BR" sz="2000" b="0" i="0" u="none" strike="noStrike">
                          <a:solidFill>
                            <a:srgbClr val="000000"/>
                          </a:solidFill>
                          <a:effectLst/>
                          <a:latin typeface="Aptos Narrow" panose="020B0004020202020204" pitchFamily="34" charset="0"/>
                        </a:rPr>
                        <a:t>f'(x) = 2 * a * x</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512941117"/>
                  </a:ext>
                </a:extLst>
              </a:tr>
              <a:tr h="371475">
                <a:tc>
                  <a:txBody>
                    <a:bodyPr/>
                    <a:lstStyle/>
                    <a:p>
                      <a:pPr algn="l" fontAlgn="b">
                        <a:buNone/>
                      </a:pPr>
                      <a:r>
                        <a:rPr lang="fr-FR" sz="2000" b="0" i="0" u="none" strike="noStrike">
                          <a:solidFill>
                            <a:srgbClr val="000000"/>
                          </a:solidFill>
                          <a:effectLst/>
                          <a:latin typeface="Aptos Narrow" panose="020B0004020202020204" pitchFamily="34" charset="0"/>
                        </a:rPr>
                        <a:t>f(x) = a *  x</a:t>
                      </a:r>
                      <a:r>
                        <a:rPr lang="fr-FR" sz="2000" b="0" i="0" u="none" strike="noStrike" baseline="30000">
                          <a:solidFill>
                            <a:srgbClr val="000000"/>
                          </a:solidFill>
                          <a:effectLst/>
                          <a:latin typeface="Aptos Narrow" panose="020B0004020202020204" pitchFamily="34" charset="0"/>
                        </a:rPr>
                        <a:t>3</a:t>
                      </a:r>
                      <a:r>
                        <a:rPr lang="fr-FR" sz="2000" b="0" i="0" u="none" strike="noStrike">
                          <a:solidFill>
                            <a:srgbClr val="000000"/>
                          </a:solidFill>
                          <a:effectLst/>
                          <a:latin typeface="Aptos Narrow" panose="020B0004020202020204" pitchFamily="34" charset="0"/>
                        </a:rPr>
                        <a:t>  (a réel)</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pt-BR" sz="2000" b="0" i="0" u="none" strike="noStrike">
                          <a:solidFill>
                            <a:srgbClr val="000000"/>
                          </a:solidFill>
                          <a:effectLst/>
                          <a:latin typeface="Aptos Narrow" panose="020B0004020202020204" pitchFamily="34" charset="0"/>
                        </a:rPr>
                        <a:t>f'(x) = 3 * a * x²</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605307349"/>
                  </a:ext>
                </a:extLst>
              </a:tr>
              <a:tr h="371475">
                <a:tc>
                  <a:txBody>
                    <a:bodyPr/>
                    <a:lstStyle/>
                    <a:p>
                      <a:pPr algn="l" fontAlgn="b">
                        <a:buNone/>
                      </a:pPr>
                      <a:r>
                        <a:rPr lang="fr-FR" sz="2000" b="0" i="0" u="none" strike="noStrike">
                          <a:solidFill>
                            <a:srgbClr val="000000"/>
                          </a:solidFill>
                          <a:effectLst/>
                          <a:latin typeface="Aptos Narrow" panose="020B0004020202020204" pitchFamily="34" charset="0"/>
                        </a:rPr>
                        <a:t>f(x) = a* x</a:t>
                      </a:r>
                      <a:r>
                        <a:rPr lang="fr-FR" sz="2000" b="0" i="0" u="none" strike="noStrike" baseline="30000">
                          <a:solidFill>
                            <a:srgbClr val="000000"/>
                          </a:solidFill>
                          <a:effectLst/>
                          <a:latin typeface="Aptos Narrow" panose="020B0004020202020204" pitchFamily="34" charset="0"/>
                        </a:rPr>
                        <a:t>n</a:t>
                      </a:r>
                      <a:r>
                        <a:rPr lang="fr-FR" sz="2000" b="0" i="0" u="none" strike="noStrike">
                          <a:solidFill>
                            <a:srgbClr val="000000"/>
                          </a:solidFill>
                          <a:effectLst/>
                          <a:latin typeface="Aptos Narrow" panose="020B0004020202020204" pitchFamily="34" charset="0"/>
                        </a:rPr>
                        <a:t> (n entier naturel, a réel) </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pt-BR" sz="2000" b="0" i="0" u="none" strike="noStrike">
                          <a:solidFill>
                            <a:srgbClr val="000000"/>
                          </a:solidFill>
                          <a:effectLst/>
                          <a:latin typeface="Aptos Narrow" panose="020B0004020202020204" pitchFamily="34" charset="0"/>
                        </a:rPr>
                        <a:t>f'(x) = n * a * x </a:t>
                      </a:r>
                      <a:r>
                        <a:rPr lang="pt-BR" sz="2000" b="0" i="0" u="none" strike="noStrike" baseline="30000">
                          <a:solidFill>
                            <a:srgbClr val="000000"/>
                          </a:solidFill>
                          <a:effectLst/>
                          <a:latin typeface="Aptos Narrow" panose="020B0004020202020204" pitchFamily="34" charset="0"/>
                        </a:rPr>
                        <a:t>(n-1)</a:t>
                      </a:r>
                      <a:endParaRPr lang="pt-BR" sz="2000" b="0" i="0" u="none" strike="noStrike">
                        <a:solidFill>
                          <a:srgbClr val="000000"/>
                        </a:solidFill>
                        <a:effectLst/>
                        <a:latin typeface="Aptos Narrow" panose="020B0004020202020204" pitchFamily="34" charset="0"/>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709590136"/>
                  </a:ext>
                </a:extLst>
              </a:tr>
              <a:tr h="333375">
                <a:tc>
                  <a:txBody>
                    <a:bodyPr/>
                    <a:lstStyle/>
                    <a:p>
                      <a:pPr algn="l" fontAlgn="b">
                        <a:buNone/>
                      </a:pPr>
                      <a:r>
                        <a:rPr lang="fr-FR" sz="2000" b="0" i="0" u="none" strike="noStrike">
                          <a:solidFill>
                            <a:srgbClr val="000000"/>
                          </a:solidFill>
                          <a:effectLst/>
                          <a:latin typeface="Aptos Narrow" panose="020B0004020202020204" pitchFamily="34" charset="0"/>
                        </a:rPr>
                        <a:t>f(x) = 1/x</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fr-FR" sz="2000" b="0" i="0" u="none" strike="noStrike" dirty="0">
                          <a:solidFill>
                            <a:srgbClr val="000000"/>
                          </a:solidFill>
                          <a:effectLst/>
                          <a:latin typeface="Aptos Narrow" panose="020B0004020202020204" pitchFamily="34" charset="0"/>
                        </a:rPr>
                        <a:t>f'(x) = -1/x²</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599064314"/>
                  </a:ext>
                </a:extLst>
              </a:tr>
            </a:tbl>
          </a:graphicData>
        </a:graphic>
      </p:graphicFrame>
    </p:spTree>
    <p:extLst>
      <p:ext uri="{BB962C8B-B14F-4D97-AF65-F5344CB8AC3E}">
        <p14:creationId xmlns:p14="http://schemas.microsoft.com/office/powerpoint/2010/main" val="41690673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494766-A89D-DE5E-C341-596C30D672A5}"/>
            </a:ext>
          </a:extLst>
        </p:cNvPr>
        <p:cNvGrpSpPr/>
        <p:nvPr/>
      </p:nvGrpSpPr>
      <p:grpSpPr>
        <a:xfrm>
          <a:off x="0" y="0"/>
          <a:ext cx="0" cy="0"/>
          <a:chOff x="0" y="0"/>
          <a:chExt cx="0" cy="0"/>
        </a:xfrm>
      </p:grpSpPr>
      <p:sp>
        <p:nvSpPr>
          <p:cNvPr id="135" name="TextShape 1">
            <a:extLst>
              <a:ext uri="{FF2B5EF4-FFF2-40B4-BE49-F238E27FC236}">
                <a16:creationId xmlns:a16="http://schemas.microsoft.com/office/drawing/2014/main" id="{4C2DADB7-63D6-DA35-B46B-FC9F9006B1B3}"/>
              </a:ext>
            </a:extLst>
          </p:cNvPr>
          <p:cNvSpPr txBox="1"/>
          <p:nvPr/>
        </p:nvSpPr>
        <p:spPr>
          <a:xfrm>
            <a:off x="457200" y="274680"/>
            <a:ext cx="8229240" cy="1142640"/>
          </a:xfrm>
          <a:prstGeom prst="rect">
            <a:avLst/>
          </a:prstGeom>
          <a:noFill/>
          <a:ln w="0">
            <a:noFill/>
          </a:ln>
        </p:spPr>
        <p:txBody>
          <a:bodyPr lIns="0" tIns="0" rIns="0" bIns="0">
            <a:noAutofit/>
          </a:bodyPr>
          <a:lstStyle/>
          <a:p>
            <a:r>
              <a:rPr lang="fr-FR" sz="3200" spc="-1" dirty="0">
                <a:solidFill>
                  <a:srgbClr val="376092"/>
                </a:solidFill>
                <a:latin typeface="Arial"/>
              </a:rPr>
              <a:t>Dérivées des fonctions de référence : </a:t>
            </a:r>
            <a:endParaRPr lang="en-US" sz="3200" b="0" strike="noStrike" spc="-1" dirty="0">
              <a:solidFill>
                <a:srgbClr val="376092"/>
              </a:solidFill>
              <a:latin typeface="Arial"/>
            </a:endParaRPr>
          </a:p>
        </p:txBody>
      </p:sp>
      <mc:AlternateContent xmlns:mc="http://schemas.openxmlformats.org/markup-compatibility/2006">
        <mc:Choice xmlns:a14="http://schemas.microsoft.com/office/drawing/2010/main" Requires="a14">
          <p:sp>
            <p:nvSpPr>
              <p:cNvPr id="136" name="TextShape 2">
                <a:extLst>
                  <a:ext uri="{FF2B5EF4-FFF2-40B4-BE49-F238E27FC236}">
                    <a16:creationId xmlns:a16="http://schemas.microsoft.com/office/drawing/2014/main" id="{E7926031-2943-1CBF-8E0D-A685B2359FB9}"/>
                  </a:ext>
                </a:extLst>
              </p:cNvPr>
              <p:cNvSpPr txBox="1"/>
              <p:nvPr/>
            </p:nvSpPr>
            <p:spPr>
              <a:xfrm>
                <a:off x="457200" y="1233996"/>
                <a:ext cx="8229240" cy="4891764"/>
              </a:xfrm>
              <a:prstGeom prst="rect">
                <a:avLst/>
              </a:prstGeom>
              <a:noFill/>
              <a:ln w="0">
                <a:noFill/>
              </a:ln>
            </p:spPr>
            <p:txBody>
              <a:bodyPr lIns="0" tIns="0" rIns="0" bIns="0">
                <a:noAutofit/>
              </a:bodyPr>
              <a:lstStyle/>
              <a:p>
                <a:pPr marL="406800" indent="-324000">
                  <a:spcAft>
                    <a:spcPts val="1134"/>
                  </a:spcAft>
                  <a:buClr>
                    <a:srgbClr val="000000"/>
                  </a:buClr>
                  <a:buSzPct val="45000"/>
                  <a:buFont typeface="Wingdings" charset="2"/>
                  <a:buChar char=""/>
                </a:pPr>
                <a:r>
                  <a:rPr lang="fr-FR" sz="2400" spc="-1" dirty="0">
                    <a:solidFill>
                      <a:srgbClr val="376092"/>
                    </a:solidFill>
                    <a:latin typeface="Calibri"/>
                  </a:rPr>
                  <a:t>Une fois les dérivées classiques maitrisées, il est possible de composer ces fonctions :</a:t>
                </a:r>
              </a:p>
              <a:p>
                <a:pPr marL="406800" indent="-324000">
                  <a:spcAft>
                    <a:spcPts val="1134"/>
                  </a:spcAft>
                  <a:buClr>
                    <a:srgbClr val="000000"/>
                  </a:buClr>
                  <a:buSzPct val="45000"/>
                  <a:buFont typeface="Wingdings" charset="2"/>
                  <a:buChar char=""/>
                </a:pPr>
                <a:endParaRPr lang="fr-FR" sz="2400" spc="-1" dirty="0">
                  <a:solidFill>
                    <a:srgbClr val="376092"/>
                  </a:solidFill>
                  <a:latin typeface="Calibri"/>
                </a:endParaRPr>
              </a:p>
              <a:p>
                <a:pPr marL="406800" indent="-324000">
                  <a:spcAft>
                    <a:spcPts val="1134"/>
                  </a:spcAft>
                  <a:buClr>
                    <a:srgbClr val="000000"/>
                  </a:buClr>
                  <a:buSzPct val="45000"/>
                  <a:buFont typeface="Wingdings" charset="2"/>
                  <a:buChar char=""/>
                </a:pPr>
                <a:endParaRPr lang="fr-FR" sz="2400" spc="-1" dirty="0">
                  <a:solidFill>
                    <a:srgbClr val="376092"/>
                  </a:solidFill>
                  <a:latin typeface="Calibri"/>
                </a:endParaRPr>
              </a:p>
              <a:p>
                <a:pPr marL="406800" indent="-324000">
                  <a:spcAft>
                    <a:spcPts val="1134"/>
                  </a:spcAft>
                  <a:buClr>
                    <a:srgbClr val="000000"/>
                  </a:buClr>
                  <a:buSzPct val="45000"/>
                  <a:buFont typeface="Wingdings" charset="2"/>
                  <a:buChar char=""/>
                </a:pPr>
                <a:endParaRPr lang="fr-FR" sz="2400" spc="-1" dirty="0">
                  <a:solidFill>
                    <a:srgbClr val="376092"/>
                  </a:solidFill>
                  <a:latin typeface="Calibri"/>
                </a:endParaRPr>
              </a:p>
              <a:p>
                <a:pPr marL="406800" indent="-324000">
                  <a:spcAft>
                    <a:spcPts val="1134"/>
                  </a:spcAft>
                  <a:buClr>
                    <a:srgbClr val="000000"/>
                  </a:buClr>
                  <a:buSzPct val="45000"/>
                  <a:buFont typeface="Wingdings" charset="2"/>
                  <a:buChar char=""/>
                </a:pPr>
                <a:endParaRPr lang="fr-FR" sz="2400" spc="-1" dirty="0">
                  <a:solidFill>
                    <a:srgbClr val="376092"/>
                  </a:solidFill>
                  <a:latin typeface="Calibri"/>
                </a:endParaRPr>
              </a:p>
              <a:p>
                <a:pPr marL="406800" indent="-324000">
                  <a:spcAft>
                    <a:spcPts val="1134"/>
                  </a:spcAft>
                  <a:buClr>
                    <a:srgbClr val="000000"/>
                  </a:buClr>
                  <a:buSzPct val="45000"/>
                  <a:buFont typeface="Wingdings" charset="2"/>
                  <a:buChar char=""/>
                </a:pPr>
                <a:r>
                  <a:rPr lang="fr-FR" sz="2400" spc="-1" dirty="0">
                    <a:solidFill>
                      <a:srgbClr val="376092"/>
                    </a:solidFill>
                    <a:latin typeface="Calibri"/>
                  </a:rPr>
                  <a:t>Calculons les dérivées de :	</a:t>
                </a:r>
              </a:p>
              <a:p>
                <a:pPr marL="864000" lvl="1" indent="-324000">
                  <a:spcAft>
                    <a:spcPts val="1134"/>
                  </a:spcAft>
                  <a:buClr>
                    <a:srgbClr val="000000"/>
                  </a:buClr>
                  <a:buSzPct val="45000"/>
                  <a:buFont typeface="Wingdings" charset="2"/>
                  <a:buChar char=""/>
                </a:pPr>
                <a:r>
                  <a:rPr lang="fr-FR" sz="2400" spc="-1" dirty="0">
                    <a:solidFill>
                      <a:srgbClr val="376092"/>
                    </a:solidFill>
                    <a:latin typeface="Calibri"/>
                  </a:rPr>
                  <a:t>f(x) = 3x² + 5x – 7</a:t>
                </a:r>
              </a:p>
              <a:p>
                <a:pPr marL="864000" lvl="1" indent="-324000">
                  <a:spcAft>
                    <a:spcPts val="1134"/>
                  </a:spcAft>
                  <a:buClr>
                    <a:srgbClr val="000000"/>
                  </a:buClr>
                  <a:buSzPct val="45000"/>
                  <a:buFont typeface="Wingdings" charset="2"/>
                  <a:buChar char=""/>
                </a:pPr>
                <a:r>
                  <a:rPr lang="fr-FR" sz="2400" spc="-1" dirty="0">
                    <a:solidFill>
                      <a:srgbClr val="376092"/>
                    </a:solidFill>
                    <a:latin typeface="Calibri"/>
                  </a:rPr>
                  <a:t>g(x) = (2x² + 3x) – (x² -4x +1)</a:t>
                </a:r>
              </a:p>
              <a:p>
                <a:pPr marL="864000" lvl="1" indent="-324000">
                  <a:spcAft>
                    <a:spcPts val="1134"/>
                  </a:spcAft>
                  <a:buClr>
                    <a:srgbClr val="000000"/>
                  </a:buClr>
                  <a:buSzPct val="45000"/>
                  <a:buFont typeface="Wingdings" charset="2"/>
                  <a:buChar char=""/>
                </a:pPr>
                <a14:m>
                  <m:oMath xmlns:m="http://schemas.openxmlformats.org/officeDocument/2006/math">
                    <m:r>
                      <m:rPr>
                        <m:sty m:val="p"/>
                      </m:rPr>
                      <a:rPr lang="fr-FR" sz="2400" b="0" i="0" spc="-1" dirty="0" smtClean="0">
                        <a:solidFill>
                          <a:srgbClr val="376092"/>
                        </a:solidFill>
                        <a:latin typeface="Cambria Math" panose="02040503050406030204" pitchFamily="18" charset="0"/>
                      </a:rPr>
                      <m:t>h</m:t>
                    </m:r>
                    <m:d>
                      <m:dPr>
                        <m:ctrlPr>
                          <a:rPr lang="fr-FR" sz="2400" b="0" i="0" spc="-1" dirty="0" smtClean="0">
                            <a:solidFill>
                              <a:srgbClr val="376092"/>
                            </a:solidFill>
                            <a:latin typeface="Cambria Math" panose="02040503050406030204" pitchFamily="18" charset="0"/>
                          </a:rPr>
                        </m:ctrlPr>
                      </m:dPr>
                      <m:e>
                        <m:r>
                          <m:rPr>
                            <m:sty m:val="p"/>
                          </m:rPr>
                          <a:rPr lang="fr-FR" sz="2400" b="0" i="0" spc="-1" dirty="0" smtClean="0">
                            <a:solidFill>
                              <a:srgbClr val="376092"/>
                            </a:solidFill>
                            <a:latin typeface="Cambria Math" panose="02040503050406030204" pitchFamily="18" charset="0"/>
                          </a:rPr>
                          <m:t>x</m:t>
                        </m:r>
                      </m:e>
                    </m:d>
                    <m:r>
                      <a:rPr lang="fr-FR" sz="2400" b="0" i="0" spc="-1" dirty="0" smtClean="0">
                        <a:solidFill>
                          <a:srgbClr val="376092"/>
                        </a:solidFill>
                        <a:latin typeface="Cambria Math" panose="02040503050406030204" pitchFamily="18" charset="0"/>
                      </a:rPr>
                      <m:t>= </m:t>
                    </m:r>
                    <m:f>
                      <m:fPr>
                        <m:ctrlPr>
                          <a:rPr lang="fr-FR" sz="2400" spc="-1" dirty="0" smtClean="0">
                            <a:solidFill>
                              <a:srgbClr val="376092"/>
                            </a:solidFill>
                            <a:latin typeface="Cambria Math" panose="02040503050406030204" pitchFamily="18" charset="0"/>
                          </a:rPr>
                        </m:ctrlPr>
                      </m:fPr>
                      <m:num>
                        <m:r>
                          <a:rPr lang="fr-FR" sz="2400" spc="-1" dirty="0" smtClean="0">
                            <a:solidFill>
                              <a:srgbClr val="376092"/>
                            </a:solidFill>
                            <a:latin typeface="Cambria Math" panose="02040503050406030204" pitchFamily="18" charset="0"/>
                          </a:rPr>
                          <m:t>2</m:t>
                        </m:r>
                        <m:r>
                          <a:rPr lang="fr-FR" sz="2400" i="1" spc="-1" dirty="0" smtClean="0">
                            <a:solidFill>
                              <a:srgbClr val="376092"/>
                            </a:solidFill>
                            <a:latin typeface="Cambria Math" panose="02040503050406030204" pitchFamily="18" charset="0"/>
                          </a:rPr>
                          <m:t>𝑥</m:t>
                        </m:r>
                        <m:r>
                          <a:rPr lang="fr-FR" sz="2400" i="0" spc="-1" dirty="0" smtClean="0">
                            <a:solidFill>
                              <a:srgbClr val="376092"/>
                            </a:solidFill>
                            <a:latin typeface="Cambria Math" panose="02040503050406030204" pitchFamily="18" charset="0"/>
                          </a:rPr>
                          <m:t>−3</m:t>
                        </m:r>
                      </m:num>
                      <m:den>
                        <m:sSup>
                          <m:sSupPr>
                            <m:ctrlPr>
                              <a:rPr lang="fr-FR" sz="2400" i="1" spc="-1" dirty="0" smtClean="0">
                                <a:solidFill>
                                  <a:srgbClr val="376092"/>
                                </a:solidFill>
                                <a:latin typeface="Cambria Math" panose="02040503050406030204" pitchFamily="18" charset="0"/>
                              </a:rPr>
                            </m:ctrlPr>
                          </m:sSupPr>
                          <m:e>
                            <m:r>
                              <a:rPr lang="fr-FR" sz="2400" i="1" spc="-1" dirty="0" smtClean="0">
                                <a:solidFill>
                                  <a:srgbClr val="376092"/>
                                </a:solidFill>
                                <a:latin typeface="Cambria Math" panose="02040503050406030204" pitchFamily="18" charset="0"/>
                              </a:rPr>
                              <m:t>𝑥</m:t>
                            </m:r>
                          </m:e>
                          <m:sup>
                            <m:r>
                              <a:rPr lang="fr-FR" sz="2400" i="0" spc="-1" dirty="0" smtClean="0">
                                <a:solidFill>
                                  <a:srgbClr val="376092"/>
                                </a:solidFill>
                                <a:latin typeface="Cambria Math" panose="02040503050406030204" pitchFamily="18" charset="0"/>
                              </a:rPr>
                              <m:t>2</m:t>
                            </m:r>
                          </m:sup>
                        </m:sSup>
                        <m:r>
                          <a:rPr lang="fr-FR" sz="2400" i="0" spc="-1" dirty="0" smtClean="0">
                            <a:solidFill>
                              <a:srgbClr val="376092"/>
                            </a:solidFill>
                            <a:latin typeface="Cambria Math" panose="02040503050406030204" pitchFamily="18" charset="0"/>
                          </a:rPr>
                          <m:t>+1</m:t>
                        </m:r>
                      </m:den>
                    </m:f>
                  </m:oMath>
                </a14:m>
                <a:endParaRPr lang="fr-FR" sz="2400" spc="-1" dirty="0">
                  <a:solidFill>
                    <a:srgbClr val="376092"/>
                  </a:solidFill>
                  <a:latin typeface="Calibri"/>
                </a:endParaRPr>
              </a:p>
              <a:p>
                <a:pPr marL="406800" indent="-324000">
                  <a:spcAft>
                    <a:spcPts val="1134"/>
                  </a:spcAft>
                  <a:buClr>
                    <a:srgbClr val="000000"/>
                  </a:buClr>
                  <a:buSzPct val="45000"/>
                  <a:buFont typeface="Wingdings" charset="2"/>
                  <a:buChar char=""/>
                </a:pPr>
                <a:endParaRPr lang="fr-FR" sz="2400" spc="-1" dirty="0">
                  <a:solidFill>
                    <a:srgbClr val="376092"/>
                  </a:solidFill>
                  <a:latin typeface="Calibri"/>
                </a:endParaRPr>
              </a:p>
              <a:p>
                <a:pPr marL="82800">
                  <a:spcAft>
                    <a:spcPts val="1134"/>
                  </a:spcAft>
                  <a:buClr>
                    <a:srgbClr val="000000"/>
                  </a:buClr>
                  <a:buSzPct val="45000"/>
                </a:pPr>
                <a:endParaRPr lang="fr-FR" sz="2400" spc="-1" dirty="0">
                  <a:solidFill>
                    <a:srgbClr val="376092"/>
                  </a:solidFill>
                  <a:latin typeface="Calibri"/>
                </a:endParaRPr>
              </a:p>
              <a:p>
                <a:pPr marL="381600" indent="-288000">
                  <a:spcAft>
                    <a:spcPts val="850"/>
                  </a:spcAft>
                  <a:buClr>
                    <a:srgbClr val="000000"/>
                  </a:buClr>
                  <a:buSzPct val="75000"/>
                  <a:buFont typeface="Symbol" charset="2"/>
                  <a:buChar char=""/>
                </a:pPr>
                <a:endParaRPr lang="en-US" sz="2400" b="0" strike="noStrike" spc="-1" dirty="0">
                  <a:solidFill>
                    <a:srgbClr val="376092"/>
                  </a:solidFill>
                  <a:latin typeface="Calibri"/>
                </a:endParaRPr>
              </a:p>
            </p:txBody>
          </p:sp>
        </mc:Choice>
        <mc:Fallback>
          <p:sp>
            <p:nvSpPr>
              <p:cNvPr id="136" name="TextShape 2">
                <a:extLst>
                  <a:ext uri="{FF2B5EF4-FFF2-40B4-BE49-F238E27FC236}">
                    <a16:creationId xmlns:a16="http://schemas.microsoft.com/office/drawing/2014/main" id="{E7926031-2943-1CBF-8E0D-A685B2359FB9}"/>
                  </a:ext>
                </a:extLst>
              </p:cNvPr>
              <p:cNvSpPr txBox="1">
                <a:spLocks noRot="1" noChangeAspect="1" noMove="1" noResize="1" noEditPoints="1" noAdjustHandles="1" noChangeArrowheads="1" noChangeShapeType="1" noTextEdit="1"/>
              </p:cNvSpPr>
              <p:nvPr/>
            </p:nvSpPr>
            <p:spPr>
              <a:xfrm>
                <a:off x="457200" y="1233996"/>
                <a:ext cx="8229240" cy="4891764"/>
              </a:xfrm>
              <a:prstGeom prst="rect">
                <a:avLst/>
              </a:prstGeom>
              <a:blipFill>
                <a:blip r:embed="rId2"/>
                <a:stretch>
                  <a:fillRect t="-1868" b="-747"/>
                </a:stretch>
              </a:blipFill>
              <a:ln w="0">
                <a:noFill/>
              </a:ln>
            </p:spPr>
            <p:txBody>
              <a:bodyPr/>
              <a:lstStyle/>
              <a:p>
                <a:r>
                  <a:rPr lang="fr-FR">
                    <a:noFill/>
                  </a:rPr>
                  <a:t> </a:t>
                </a:r>
              </a:p>
            </p:txBody>
          </p:sp>
        </mc:Fallback>
      </mc:AlternateContent>
      <p:graphicFrame>
        <p:nvGraphicFramePr>
          <p:cNvPr id="2" name="Tableau 1">
            <a:extLst>
              <a:ext uri="{FF2B5EF4-FFF2-40B4-BE49-F238E27FC236}">
                <a16:creationId xmlns:a16="http://schemas.microsoft.com/office/drawing/2014/main" id="{F5D60BCE-A238-93BA-9AE8-2551921564AF}"/>
              </a:ext>
            </a:extLst>
          </p:cNvPr>
          <p:cNvGraphicFramePr>
            <a:graphicFrameLocks noGrp="1"/>
          </p:cNvGraphicFramePr>
          <p:nvPr>
            <p:extLst>
              <p:ext uri="{D42A27DB-BD31-4B8C-83A1-F6EECF244321}">
                <p14:modId xmlns:p14="http://schemas.microsoft.com/office/powerpoint/2010/main" val="2919485777"/>
              </p:ext>
            </p:extLst>
          </p:nvPr>
        </p:nvGraphicFramePr>
        <p:xfrm>
          <a:off x="456840" y="2134764"/>
          <a:ext cx="8229600" cy="1636776"/>
        </p:xfrm>
        <a:graphic>
          <a:graphicData uri="http://schemas.openxmlformats.org/drawingml/2006/table">
            <a:tbl>
              <a:tblPr/>
              <a:tblGrid>
                <a:gridCol w="2877312">
                  <a:extLst>
                    <a:ext uri="{9D8B030D-6E8A-4147-A177-3AD203B41FA5}">
                      <a16:colId xmlns:a16="http://schemas.microsoft.com/office/drawing/2014/main" val="782687985"/>
                    </a:ext>
                  </a:extLst>
                </a:gridCol>
                <a:gridCol w="3511296">
                  <a:extLst>
                    <a:ext uri="{9D8B030D-6E8A-4147-A177-3AD203B41FA5}">
                      <a16:colId xmlns:a16="http://schemas.microsoft.com/office/drawing/2014/main" val="786305282"/>
                    </a:ext>
                  </a:extLst>
                </a:gridCol>
                <a:gridCol w="1840992">
                  <a:extLst>
                    <a:ext uri="{9D8B030D-6E8A-4147-A177-3AD203B41FA5}">
                      <a16:colId xmlns:a16="http://schemas.microsoft.com/office/drawing/2014/main" val="788475451"/>
                    </a:ext>
                  </a:extLst>
                </a:gridCol>
              </a:tblGrid>
              <a:tr h="320040">
                <a:tc>
                  <a:txBody>
                    <a:bodyPr/>
                    <a:lstStyle/>
                    <a:p>
                      <a:pPr algn="l" fontAlgn="b">
                        <a:buNone/>
                      </a:pPr>
                      <a:r>
                        <a:rPr lang="fr-FR" sz="1900" b="1" i="0" u="none" strike="noStrike">
                          <a:solidFill>
                            <a:srgbClr val="FFFFFF"/>
                          </a:solidFill>
                          <a:effectLst/>
                          <a:latin typeface="Aptos Narrow" panose="020B0004020202020204" pitchFamily="34" charset="0"/>
                        </a:rPr>
                        <a:t> </a:t>
                      </a:r>
                    </a:p>
                  </a:txBody>
                  <a:tcPr marL="9144" marR="9144" marT="9144" marB="0" anchor="b">
                    <a:lnL>
                      <a:noFill/>
                    </a:lnL>
                    <a:lnR w="6350" cap="flat" cmpd="sng" algn="ctr">
                      <a:solidFill>
                        <a:srgbClr val="000000"/>
                      </a:solidFill>
                      <a:prstDash val="solid"/>
                      <a:round/>
                      <a:headEnd type="none" w="med" len="med"/>
                      <a:tailEnd type="none" w="med" len="med"/>
                    </a:lnR>
                    <a:lnT>
                      <a:noFill/>
                    </a:lnT>
                    <a:lnB>
                      <a:noFill/>
                    </a:lnB>
                    <a:solidFill>
                      <a:srgbClr val="000000"/>
                    </a:solidFill>
                  </a:tcPr>
                </a:tc>
                <a:tc>
                  <a:txBody>
                    <a:bodyPr/>
                    <a:lstStyle/>
                    <a:p>
                      <a:pPr algn="ctr" fontAlgn="b">
                        <a:buNone/>
                      </a:pPr>
                      <a:r>
                        <a:rPr lang="fr-FR" sz="1900" b="1" i="0" u="none" strike="noStrike">
                          <a:solidFill>
                            <a:srgbClr val="FFFFFF"/>
                          </a:solidFill>
                          <a:effectLst/>
                          <a:latin typeface="Aptos Narrow" panose="020B0004020202020204" pitchFamily="34" charset="0"/>
                        </a:rPr>
                        <a:t>Fonction f</a:t>
                      </a:r>
                    </a:p>
                  </a:txBody>
                  <a:tcPr marL="9144" marR="9144" marT="914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0000"/>
                    </a:solidFill>
                  </a:tcPr>
                </a:tc>
                <a:tc>
                  <a:txBody>
                    <a:bodyPr/>
                    <a:lstStyle/>
                    <a:p>
                      <a:pPr algn="ctr" fontAlgn="b">
                        <a:buNone/>
                      </a:pPr>
                      <a:r>
                        <a:rPr lang="fr-FR" sz="1900" b="1" i="0" u="none" strike="noStrike">
                          <a:solidFill>
                            <a:srgbClr val="FFFFFF"/>
                          </a:solidFill>
                          <a:effectLst/>
                          <a:latin typeface="Aptos Narrow" panose="020B0004020202020204" pitchFamily="34" charset="0"/>
                        </a:rPr>
                        <a:t>Dérivée f'</a:t>
                      </a:r>
                    </a:p>
                  </a:txBody>
                  <a:tcPr marL="9144" marR="9144" marT="914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0000"/>
                    </a:solidFill>
                  </a:tcPr>
                </a:tc>
                <a:extLst>
                  <a:ext uri="{0D108BD9-81ED-4DB2-BD59-A6C34878D82A}">
                    <a16:rowId xmlns:a16="http://schemas.microsoft.com/office/drawing/2014/main" val="1864672874"/>
                  </a:ext>
                </a:extLst>
              </a:tr>
              <a:tr h="320040">
                <a:tc>
                  <a:txBody>
                    <a:bodyPr/>
                    <a:lstStyle/>
                    <a:p>
                      <a:pPr algn="l" fontAlgn="b">
                        <a:buNone/>
                      </a:pPr>
                      <a:r>
                        <a:rPr lang="fr-FR" sz="1900" b="1" i="0" u="none" strike="noStrike">
                          <a:solidFill>
                            <a:srgbClr val="FFFFFF"/>
                          </a:solidFill>
                          <a:effectLst/>
                          <a:latin typeface="Aptos Narrow" panose="020B0004020202020204" pitchFamily="34" charset="0"/>
                        </a:rPr>
                        <a:t>Somme</a:t>
                      </a:r>
                    </a:p>
                  </a:txBody>
                  <a:tcPr marL="9144" marR="9144" marT="9144" marB="0" anchor="b">
                    <a:lnL>
                      <a:noFill/>
                    </a:lnL>
                    <a:lnR w="6350" cap="flat" cmpd="sng" algn="ctr">
                      <a:solidFill>
                        <a:srgbClr val="000000"/>
                      </a:solidFill>
                      <a:prstDash val="solid"/>
                      <a:round/>
                      <a:headEnd type="none" w="med" len="med"/>
                      <a:tailEnd type="none" w="med" len="med"/>
                    </a:lnR>
                    <a:lnT>
                      <a:noFill/>
                    </a:lnT>
                    <a:lnB>
                      <a:noFill/>
                    </a:lnB>
                    <a:solidFill>
                      <a:srgbClr val="000000"/>
                    </a:solidFill>
                  </a:tcPr>
                </a:tc>
                <a:tc>
                  <a:txBody>
                    <a:bodyPr/>
                    <a:lstStyle/>
                    <a:p>
                      <a:pPr algn="l" fontAlgn="b">
                        <a:buNone/>
                      </a:pPr>
                      <a:r>
                        <a:rPr lang="fr-FR" sz="1900" b="0" i="0" u="none" strike="noStrike">
                          <a:solidFill>
                            <a:srgbClr val="000000"/>
                          </a:solidFill>
                          <a:effectLst/>
                          <a:latin typeface="Aptos Narrow" panose="020B0004020202020204" pitchFamily="34" charset="0"/>
                        </a:rPr>
                        <a:t>f(x) = u + v</a:t>
                      </a:r>
                    </a:p>
                  </a:txBody>
                  <a:tcPr marL="9144" marR="9144" marT="914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fr-FR" sz="1900" b="0" i="0" u="none" strike="noStrike">
                          <a:solidFill>
                            <a:srgbClr val="000000"/>
                          </a:solidFill>
                          <a:effectLst/>
                          <a:latin typeface="Aptos Narrow" panose="020B0004020202020204" pitchFamily="34" charset="0"/>
                        </a:rPr>
                        <a:t>f'(x) = u' + v'</a:t>
                      </a:r>
                    </a:p>
                  </a:txBody>
                  <a:tcPr marL="9144" marR="9144" marT="914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61375262"/>
                  </a:ext>
                </a:extLst>
              </a:tr>
              <a:tr h="320040">
                <a:tc>
                  <a:txBody>
                    <a:bodyPr/>
                    <a:lstStyle/>
                    <a:p>
                      <a:pPr algn="l" fontAlgn="b">
                        <a:buNone/>
                      </a:pPr>
                      <a:r>
                        <a:rPr lang="fr-FR" sz="1900" b="1" i="0" u="none" strike="noStrike">
                          <a:solidFill>
                            <a:srgbClr val="FFFFFF"/>
                          </a:solidFill>
                          <a:effectLst/>
                          <a:latin typeface="Aptos Narrow" panose="020B0004020202020204" pitchFamily="34" charset="0"/>
                        </a:rPr>
                        <a:t>Différence</a:t>
                      </a:r>
                    </a:p>
                  </a:txBody>
                  <a:tcPr marL="9144" marR="9144" marT="9144" marB="0" anchor="b">
                    <a:lnL>
                      <a:noFill/>
                    </a:lnL>
                    <a:lnR w="6350" cap="flat" cmpd="sng" algn="ctr">
                      <a:solidFill>
                        <a:srgbClr val="000000"/>
                      </a:solidFill>
                      <a:prstDash val="solid"/>
                      <a:round/>
                      <a:headEnd type="none" w="med" len="med"/>
                      <a:tailEnd type="none" w="med" len="med"/>
                    </a:lnR>
                    <a:lnT>
                      <a:noFill/>
                    </a:lnT>
                    <a:lnB>
                      <a:noFill/>
                    </a:lnB>
                    <a:solidFill>
                      <a:srgbClr val="000000"/>
                    </a:solidFill>
                  </a:tcPr>
                </a:tc>
                <a:tc>
                  <a:txBody>
                    <a:bodyPr/>
                    <a:lstStyle/>
                    <a:p>
                      <a:pPr algn="l" fontAlgn="b">
                        <a:buNone/>
                      </a:pPr>
                      <a:r>
                        <a:rPr lang="fr-FR" sz="1900" b="0" i="0" u="none" strike="noStrike">
                          <a:solidFill>
                            <a:srgbClr val="000000"/>
                          </a:solidFill>
                          <a:effectLst/>
                          <a:latin typeface="Aptos Narrow" panose="020B0004020202020204" pitchFamily="34" charset="0"/>
                        </a:rPr>
                        <a:t>f(x) = u - v </a:t>
                      </a:r>
                    </a:p>
                  </a:txBody>
                  <a:tcPr marL="9144" marR="9144" marT="914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fr-FR" sz="1900" b="0" i="0" u="none" strike="noStrike">
                          <a:solidFill>
                            <a:srgbClr val="000000"/>
                          </a:solidFill>
                          <a:effectLst/>
                          <a:latin typeface="Aptos Narrow" panose="020B0004020202020204" pitchFamily="34" charset="0"/>
                        </a:rPr>
                        <a:t>f'(x) = u' - v'</a:t>
                      </a:r>
                    </a:p>
                  </a:txBody>
                  <a:tcPr marL="9144" marR="9144" marT="914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636865186"/>
                  </a:ext>
                </a:extLst>
              </a:tr>
              <a:tr h="320040">
                <a:tc>
                  <a:txBody>
                    <a:bodyPr/>
                    <a:lstStyle/>
                    <a:p>
                      <a:pPr algn="l" fontAlgn="b">
                        <a:buNone/>
                      </a:pPr>
                      <a:r>
                        <a:rPr lang="fr-FR" sz="1900" b="1" i="0" u="none" strike="noStrike">
                          <a:solidFill>
                            <a:srgbClr val="FFFFFF"/>
                          </a:solidFill>
                          <a:effectLst/>
                          <a:latin typeface="Aptos Narrow" panose="020B0004020202020204" pitchFamily="34" charset="0"/>
                        </a:rPr>
                        <a:t>Produit par un nombre réel</a:t>
                      </a:r>
                    </a:p>
                  </a:txBody>
                  <a:tcPr marL="9144" marR="9144" marT="9144" marB="0" anchor="b">
                    <a:lnL>
                      <a:noFill/>
                    </a:lnL>
                    <a:lnR w="6350" cap="flat" cmpd="sng" algn="ctr">
                      <a:solidFill>
                        <a:srgbClr val="000000"/>
                      </a:solidFill>
                      <a:prstDash val="solid"/>
                      <a:round/>
                      <a:headEnd type="none" w="med" len="med"/>
                      <a:tailEnd type="none" w="med" len="med"/>
                    </a:lnR>
                    <a:lnT>
                      <a:noFill/>
                    </a:lnT>
                    <a:lnB>
                      <a:noFill/>
                    </a:lnB>
                    <a:solidFill>
                      <a:srgbClr val="000000"/>
                    </a:solidFill>
                  </a:tcPr>
                </a:tc>
                <a:tc>
                  <a:txBody>
                    <a:bodyPr/>
                    <a:lstStyle/>
                    <a:p>
                      <a:pPr algn="l" fontAlgn="b">
                        <a:buNone/>
                      </a:pPr>
                      <a:r>
                        <a:rPr lang="pl-PL" sz="1900" b="0" i="0" u="none" strike="noStrike">
                          <a:solidFill>
                            <a:srgbClr val="000000"/>
                          </a:solidFill>
                          <a:effectLst/>
                          <a:latin typeface="Aptos Narrow" panose="020B0004020202020204" pitchFamily="34" charset="0"/>
                        </a:rPr>
                        <a:t>f(x) = k * u (k réel)</a:t>
                      </a:r>
                    </a:p>
                  </a:txBody>
                  <a:tcPr marL="9144" marR="9144" marT="914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fr-FR" sz="1900" b="0" i="0" u="none" strike="noStrike">
                          <a:solidFill>
                            <a:srgbClr val="000000"/>
                          </a:solidFill>
                          <a:effectLst/>
                          <a:latin typeface="Aptos Narrow" panose="020B0004020202020204" pitchFamily="34" charset="0"/>
                        </a:rPr>
                        <a:t>f'(x) = k * u'</a:t>
                      </a:r>
                    </a:p>
                  </a:txBody>
                  <a:tcPr marL="9144" marR="9144" marT="914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368658416"/>
                  </a:ext>
                </a:extLst>
              </a:tr>
              <a:tr h="356616">
                <a:tc>
                  <a:txBody>
                    <a:bodyPr/>
                    <a:lstStyle/>
                    <a:p>
                      <a:pPr algn="l" fontAlgn="b">
                        <a:buNone/>
                      </a:pPr>
                      <a:r>
                        <a:rPr lang="fr-FR" sz="1900" b="1" i="0" u="none" strike="noStrike">
                          <a:solidFill>
                            <a:srgbClr val="FFFFFF"/>
                          </a:solidFill>
                          <a:effectLst/>
                          <a:latin typeface="Aptos Narrow" panose="020B0004020202020204" pitchFamily="34" charset="0"/>
                        </a:rPr>
                        <a:t>Quotient</a:t>
                      </a:r>
                    </a:p>
                  </a:txBody>
                  <a:tcPr marL="9144" marR="9144" marT="9144" marB="0" anchor="b">
                    <a:lnL>
                      <a:noFill/>
                    </a:lnL>
                    <a:lnR w="6350" cap="flat" cmpd="sng" algn="ctr">
                      <a:solidFill>
                        <a:srgbClr val="000000"/>
                      </a:solidFill>
                      <a:prstDash val="solid"/>
                      <a:round/>
                      <a:headEnd type="none" w="med" len="med"/>
                      <a:tailEnd type="none" w="med" len="med"/>
                    </a:lnR>
                    <a:lnT>
                      <a:noFill/>
                    </a:lnT>
                    <a:lnB>
                      <a:noFill/>
                    </a:lnB>
                    <a:solidFill>
                      <a:srgbClr val="000000"/>
                    </a:solidFill>
                  </a:tcPr>
                </a:tc>
                <a:tc>
                  <a:txBody>
                    <a:bodyPr/>
                    <a:lstStyle/>
                    <a:p>
                      <a:pPr algn="l" fontAlgn="b">
                        <a:buNone/>
                      </a:pPr>
                      <a:r>
                        <a:rPr lang="fr-FR" sz="1900" b="0" i="0" u="none" strike="noStrike">
                          <a:solidFill>
                            <a:srgbClr val="000000"/>
                          </a:solidFill>
                          <a:effectLst/>
                          <a:latin typeface="Aptos Narrow" panose="020B0004020202020204" pitchFamily="34" charset="0"/>
                        </a:rPr>
                        <a:t>f(x) = u / v</a:t>
                      </a:r>
                    </a:p>
                  </a:txBody>
                  <a:tcPr marL="9144" marR="9144" marT="914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fr-FR" sz="1900" b="0" i="0" u="none" strike="noStrike" dirty="0">
                          <a:solidFill>
                            <a:srgbClr val="000000"/>
                          </a:solidFill>
                          <a:effectLst/>
                          <a:latin typeface="Aptos Narrow" panose="020B0004020202020204" pitchFamily="34" charset="0"/>
                        </a:rPr>
                        <a:t>f'(x) = (</a:t>
                      </a:r>
                      <a:r>
                        <a:rPr lang="fr-FR" sz="1900" b="0" i="0" u="none" strike="noStrike" dirty="0" err="1">
                          <a:solidFill>
                            <a:srgbClr val="000000"/>
                          </a:solidFill>
                          <a:effectLst/>
                          <a:latin typeface="Aptos Narrow" panose="020B0004020202020204" pitchFamily="34" charset="0"/>
                        </a:rPr>
                        <a:t>u'v</a:t>
                      </a:r>
                      <a:r>
                        <a:rPr lang="fr-FR" sz="1900" b="0" i="0" u="none" strike="noStrike" dirty="0">
                          <a:solidFill>
                            <a:srgbClr val="000000"/>
                          </a:solidFill>
                          <a:effectLst/>
                          <a:latin typeface="Aptos Narrow" panose="020B0004020202020204" pitchFamily="34" charset="0"/>
                        </a:rPr>
                        <a:t> - </a:t>
                      </a:r>
                      <a:r>
                        <a:rPr lang="fr-FR" sz="1900" b="0" i="0" u="none" strike="noStrike" dirty="0" err="1">
                          <a:solidFill>
                            <a:srgbClr val="000000"/>
                          </a:solidFill>
                          <a:effectLst/>
                          <a:latin typeface="Aptos Narrow" panose="020B0004020202020204" pitchFamily="34" charset="0"/>
                        </a:rPr>
                        <a:t>uv</a:t>
                      </a:r>
                      <a:r>
                        <a:rPr lang="fr-FR" sz="1900" b="0" i="0" u="none" strike="noStrike" dirty="0">
                          <a:solidFill>
                            <a:srgbClr val="000000"/>
                          </a:solidFill>
                          <a:effectLst/>
                          <a:latin typeface="Aptos Narrow" panose="020B0004020202020204" pitchFamily="34" charset="0"/>
                        </a:rPr>
                        <a:t>')/v²</a:t>
                      </a:r>
                    </a:p>
                  </a:txBody>
                  <a:tcPr marL="9144" marR="9144" marT="9144"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597715855"/>
                  </a:ext>
                </a:extLst>
              </a:tr>
            </a:tbl>
          </a:graphicData>
        </a:graphic>
      </p:graphicFrame>
    </p:spTree>
    <p:extLst>
      <p:ext uri="{BB962C8B-B14F-4D97-AF65-F5344CB8AC3E}">
        <p14:creationId xmlns:p14="http://schemas.microsoft.com/office/powerpoint/2010/main" val="6895307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9E5A3D-E851-7543-972F-C7881200895B}"/>
            </a:ext>
          </a:extLst>
        </p:cNvPr>
        <p:cNvGrpSpPr/>
        <p:nvPr/>
      </p:nvGrpSpPr>
      <p:grpSpPr>
        <a:xfrm>
          <a:off x="0" y="0"/>
          <a:ext cx="0" cy="0"/>
          <a:chOff x="0" y="0"/>
          <a:chExt cx="0" cy="0"/>
        </a:xfrm>
      </p:grpSpPr>
      <p:sp>
        <p:nvSpPr>
          <p:cNvPr id="135" name="TextShape 1">
            <a:extLst>
              <a:ext uri="{FF2B5EF4-FFF2-40B4-BE49-F238E27FC236}">
                <a16:creationId xmlns:a16="http://schemas.microsoft.com/office/drawing/2014/main" id="{257272B7-51FD-9B27-D018-D71C4239DB8F}"/>
              </a:ext>
            </a:extLst>
          </p:cNvPr>
          <p:cNvSpPr txBox="1"/>
          <p:nvPr/>
        </p:nvSpPr>
        <p:spPr>
          <a:xfrm>
            <a:off x="457200" y="274680"/>
            <a:ext cx="8229240" cy="1142640"/>
          </a:xfrm>
          <a:prstGeom prst="rect">
            <a:avLst/>
          </a:prstGeom>
          <a:noFill/>
          <a:ln w="0">
            <a:noFill/>
          </a:ln>
        </p:spPr>
        <p:txBody>
          <a:bodyPr lIns="0" tIns="0" rIns="0" bIns="0">
            <a:noAutofit/>
          </a:bodyPr>
          <a:lstStyle/>
          <a:p>
            <a:r>
              <a:rPr lang="fr-FR" sz="3200" spc="-1" dirty="0">
                <a:solidFill>
                  <a:srgbClr val="376092"/>
                </a:solidFill>
                <a:latin typeface="Arial"/>
              </a:rPr>
              <a:t>Dérivées des fonctions de référence : </a:t>
            </a:r>
            <a:endParaRPr lang="en-US" sz="3200" b="0" strike="noStrike" spc="-1" dirty="0">
              <a:solidFill>
                <a:srgbClr val="376092"/>
              </a:solidFill>
              <a:latin typeface="Arial"/>
            </a:endParaRPr>
          </a:p>
        </p:txBody>
      </p:sp>
      <mc:AlternateContent xmlns:mc="http://schemas.openxmlformats.org/markup-compatibility/2006">
        <mc:Choice xmlns:a14="http://schemas.microsoft.com/office/drawing/2010/main" Requires="a14">
          <p:sp>
            <p:nvSpPr>
              <p:cNvPr id="136" name="TextShape 2">
                <a:extLst>
                  <a:ext uri="{FF2B5EF4-FFF2-40B4-BE49-F238E27FC236}">
                    <a16:creationId xmlns:a16="http://schemas.microsoft.com/office/drawing/2014/main" id="{2FE650D9-1BA5-9A75-2FB9-235E628D4F72}"/>
                  </a:ext>
                </a:extLst>
              </p:cNvPr>
              <p:cNvSpPr txBox="1"/>
              <p:nvPr/>
            </p:nvSpPr>
            <p:spPr>
              <a:xfrm>
                <a:off x="457200" y="1233996"/>
                <a:ext cx="8229240" cy="4891764"/>
              </a:xfrm>
              <a:prstGeom prst="rect">
                <a:avLst/>
              </a:prstGeom>
              <a:noFill/>
              <a:ln w="0">
                <a:noFill/>
              </a:ln>
            </p:spPr>
            <p:txBody>
              <a:bodyPr lIns="0" tIns="0" rIns="0" bIns="0">
                <a:noAutofit/>
              </a:bodyPr>
              <a:lstStyle/>
              <a:p>
                <a:pPr marL="406800" indent="-324000">
                  <a:spcAft>
                    <a:spcPts val="1134"/>
                  </a:spcAft>
                  <a:buClr>
                    <a:srgbClr val="000000"/>
                  </a:buClr>
                  <a:buSzPct val="45000"/>
                  <a:buFont typeface="Wingdings" charset="2"/>
                  <a:buChar char=""/>
                </a:pPr>
                <a:r>
                  <a:rPr lang="fr-FR" sz="2400" spc="-1" dirty="0">
                    <a:solidFill>
                      <a:srgbClr val="376092"/>
                    </a:solidFill>
                    <a:latin typeface="Calibri"/>
                  </a:rPr>
                  <a:t>La fonction représentée par le graphique en introduction a pour équation :</a:t>
                </a:r>
              </a:p>
              <a:p>
                <a:pPr marL="864000" lvl="1" indent="-324000">
                  <a:spcAft>
                    <a:spcPts val="1134"/>
                  </a:spcAft>
                  <a:buClr>
                    <a:srgbClr val="000000"/>
                  </a:buClr>
                  <a:buSzPct val="45000"/>
                  <a:buFont typeface="Wingdings" charset="2"/>
                  <a:buChar char=""/>
                </a:pPr>
                <a:r>
                  <a:rPr lang="fr-FR" sz="2400" spc="-1" dirty="0">
                    <a:solidFill>
                      <a:srgbClr val="376092"/>
                    </a:solidFill>
                    <a:latin typeface="Calibri"/>
                  </a:rPr>
                  <a:t>f(x) = 3x²-7x +4 définie sur </a:t>
                </a:r>
                <a14:m>
                  <m:oMath xmlns:m="http://schemas.openxmlformats.org/officeDocument/2006/math">
                    <m:r>
                      <a:rPr lang="fr-FR" sz="2400" spc="-1" dirty="0">
                        <a:solidFill>
                          <a:srgbClr val="376092"/>
                        </a:solidFill>
                        <a:latin typeface="Cambria Math" panose="02040503050406030204" pitchFamily="18" charset="0"/>
                      </a:rPr>
                      <m:t>ℝ</m:t>
                    </m:r>
                  </m:oMath>
                </a14:m>
                <a:endParaRPr lang="fr-FR" sz="2400" spc="-1" dirty="0">
                  <a:solidFill>
                    <a:srgbClr val="376092"/>
                  </a:solidFill>
                  <a:latin typeface="Calibri"/>
                </a:endParaRPr>
              </a:p>
              <a:p>
                <a:pPr marL="406800" indent="-324000">
                  <a:spcAft>
                    <a:spcPts val="1134"/>
                  </a:spcAft>
                  <a:buClr>
                    <a:srgbClr val="000000"/>
                  </a:buClr>
                  <a:buSzPct val="45000"/>
                  <a:buFont typeface="Wingdings" charset="2"/>
                  <a:buChar char=""/>
                </a:pPr>
                <a:r>
                  <a:rPr lang="fr-FR" sz="2400" spc="-1" dirty="0">
                    <a:solidFill>
                      <a:srgbClr val="376092"/>
                    </a:solidFill>
                    <a:latin typeface="Calibri"/>
                  </a:rPr>
                  <a:t>Calculer la dérivée f'(x) de cette fonction</a:t>
                </a:r>
              </a:p>
              <a:p>
                <a:pPr marL="406800" indent="-324000">
                  <a:spcAft>
                    <a:spcPts val="1134"/>
                  </a:spcAft>
                  <a:buClr>
                    <a:srgbClr val="000000"/>
                  </a:buClr>
                  <a:buSzPct val="45000"/>
                  <a:buFont typeface="Wingdings" charset="2"/>
                  <a:buChar char=""/>
                </a:pPr>
                <a:r>
                  <a:rPr lang="fr-FR" sz="2400" spc="-1" dirty="0">
                    <a:solidFill>
                      <a:srgbClr val="376092"/>
                    </a:solidFill>
                    <a:latin typeface="Calibri"/>
                  </a:rPr>
                  <a:t>Calculer f'(25) pour obtenir la pente de la tangente au point (25, f(25))</a:t>
                </a:r>
              </a:p>
              <a:p>
                <a:pPr marL="406800" indent="-324000">
                  <a:spcAft>
                    <a:spcPts val="1134"/>
                  </a:spcAft>
                  <a:buClr>
                    <a:srgbClr val="000000"/>
                  </a:buClr>
                  <a:buSzPct val="45000"/>
                  <a:buFont typeface="Wingdings" charset="2"/>
                  <a:buChar char=""/>
                </a:pPr>
                <a:r>
                  <a:rPr lang="fr-FR" sz="2400" spc="-1" dirty="0">
                    <a:solidFill>
                      <a:srgbClr val="376092"/>
                    </a:solidFill>
                    <a:latin typeface="Calibri"/>
                  </a:rPr>
                  <a:t>Calculer l'équation de la droite tangente à la courbe au point x = 25 : y = a*x + b sachant que a = f'(25)</a:t>
                </a:r>
              </a:p>
              <a:p>
                <a:pPr marL="406800" indent="-324000">
                  <a:spcAft>
                    <a:spcPts val="1134"/>
                  </a:spcAft>
                  <a:buClr>
                    <a:srgbClr val="000000"/>
                  </a:buClr>
                  <a:buSzPct val="45000"/>
                  <a:buFont typeface="Wingdings" charset="2"/>
                  <a:buChar char=""/>
                </a:pPr>
                <a:r>
                  <a:rPr lang="fr-FR" sz="2400" spc="-1" dirty="0">
                    <a:solidFill>
                      <a:srgbClr val="376092"/>
                    </a:solidFill>
                    <a:latin typeface="Calibri"/>
                  </a:rPr>
                  <a:t>Vérifier vos calculs avec un tableur ou sur la calculatrice.</a:t>
                </a:r>
              </a:p>
              <a:p>
                <a:pPr marL="406800" indent="-324000">
                  <a:spcAft>
                    <a:spcPts val="1134"/>
                  </a:spcAft>
                  <a:buClr>
                    <a:srgbClr val="000000"/>
                  </a:buClr>
                  <a:buSzPct val="45000"/>
                  <a:buFont typeface="Wingdings" charset="2"/>
                  <a:buChar char=""/>
                </a:pPr>
                <a:endParaRPr lang="fr-FR" sz="2400" spc="-1" dirty="0">
                  <a:solidFill>
                    <a:srgbClr val="376092"/>
                  </a:solidFill>
                  <a:latin typeface="Calibri"/>
                </a:endParaRPr>
              </a:p>
              <a:p>
                <a:pPr marL="406800" indent="-324000">
                  <a:spcAft>
                    <a:spcPts val="1134"/>
                  </a:spcAft>
                  <a:buClr>
                    <a:srgbClr val="000000"/>
                  </a:buClr>
                  <a:buSzPct val="45000"/>
                  <a:buFont typeface="Wingdings" charset="2"/>
                  <a:buChar char=""/>
                </a:pPr>
                <a:endParaRPr lang="fr-FR" sz="2400" spc="-1" dirty="0">
                  <a:solidFill>
                    <a:srgbClr val="376092"/>
                  </a:solidFill>
                  <a:latin typeface="Calibri"/>
                </a:endParaRPr>
              </a:p>
              <a:p>
                <a:pPr marL="82800">
                  <a:spcAft>
                    <a:spcPts val="1134"/>
                  </a:spcAft>
                  <a:buClr>
                    <a:srgbClr val="000000"/>
                  </a:buClr>
                  <a:buSzPct val="45000"/>
                </a:pPr>
                <a:endParaRPr lang="fr-FR" sz="2400" spc="-1" dirty="0">
                  <a:solidFill>
                    <a:srgbClr val="376092"/>
                  </a:solidFill>
                  <a:latin typeface="Calibri"/>
                </a:endParaRPr>
              </a:p>
              <a:p>
                <a:pPr marL="381600" indent="-288000">
                  <a:spcAft>
                    <a:spcPts val="850"/>
                  </a:spcAft>
                  <a:buClr>
                    <a:srgbClr val="000000"/>
                  </a:buClr>
                  <a:buSzPct val="75000"/>
                  <a:buFont typeface="Symbol" charset="2"/>
                  <a:buChar char=""/>
                </a:pPr>
                <a:endParaRPr lang="en-US" sz="2400" b="0" strike="noStrike" spc="-1" dirty="0">
                  <a:solidFill>
                    <a:srgbClr val="376092"/>
                  </a:solidFill>
                  <a:latin typeface="Calibri"/>
                </a:endParaRPr>
              </a:p>
            </p:txBody>
          </p:sp>
        </mc:Choice>
        <mc:Fallback>
          <p:sp>
            <p:nvSpPr>
              <p:cNvPr id="136" name="TextShape 2">
                <a:extLst>
                  <a:ext uri="{FF2B5EF4-FFF2-40B4-BE49-F238E27FC236}">
                    <a16:creationId xmlns:a16="http://schemas.microsoft.com/office/drawing/2014/main" id="{2FE650D9-1BA5-9A75-2FB9-235E628D4F72}"/>
                  </a:ext>
                </a:extLst>
              </p:cNvPr>
              <p:cNvSpPr txBox="1">
                <a:spLocks noRot="1" noChangeAspect="1" noMove="1" noResize="1" noEditPoints="1" noAdjustHandles="1" noChangeArrowheads="1" noChangeShapeType="1" noTextEdit="1"/>
              </p:cNvSpPr>
              <p:nvPr/>
            </p:nvSpPr>
            <p:spPr>
              <a:xfrm>
                <a:off x="457200" y="1233996"/>
                <a:ext cx="8229240" cy="4891764"/>
              </a:xfrm>
              <a:prstGeom prst="rect">
                <a:avLst/>
              </a:prstGeom>
              <a:blipFill>
                <a:blip r:embed="rId2"/>
                <a:stretch>
                  <a:fillRect t="-1868" r="-1259"/>
                </a:stretch>
              </a:blipFill>
              <a:ln w="0">
                <a:noFill/>
              </a:ln>
            </p:spPr>
            <p:txBody>
              <a:bodyPr/>
              <a:lstStyle/>
              <a:p>
                <a:r>
                  <a:rPr lang="fr-FR">
                    <a:noFill/>
                  </a:rPr>
                  <a:t> </a:t>
                </a:r>
              </a:p>
            </p:txBody>
          </p:sp>
        </mc:Fallback>
      </mc:AlternateContent>
    </p:spTree>
    <p:extLst>
      <p:ext uri="{BB962C8B-B14F-4D97-AF65-F5344CB8AC3E}">
        <p14:creationId xmlns:p14="http://schemas.microsoft.com/office/powerpoint/2010/main" val="26129225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F25A55-B70F-D94B-FA8D-6D2FF3FFC6F8}"/>
            </a:ext>
          </a:extLst>
        </p:cNvPr>
        <p:cNvGrpSpPr/>
        <p:nvPr/>
      </p:nvGrpSpPr>
      <p:grpSpPr>
        <a:xfrm>
          <a:off x="0" y="0"/>
          <a:ext cx="0" cy="0"/>
          <a:chOff x="0" y="0"/>
          <a:chExt cx="0" cy="0"/>
        </a:xfrm>
      </p:grpSpPr>
      <p:sp>
        <p:nvSpPr>
          <p:cNvPr id="135" name="TextShape 1">
            <a:extLst>
              <a:ext uri="{FF2B5EF4-FFF2-40B4-BE49-F238E27FC236}">
                <a16:creationId xmlns:a16="http://schemas.microsoft.com/office/drawing/2014/main" id="{5BF09D83-D40D-46BB-90D3-90F8A00BDC91}"/>
              </a:ext>
            </a:extLst>
          </p:cNvPr>
          <p:cNvSpPr txBox="1"/>
          <p:nvPr/>
        </p:nvSpPr>
        <p:spPr>
          <a:xfrm>
            <a:off x="457200" y="274680"/>
            <a:ext cx="8229240" cy="1142640"/>
          </a:xfrm>
          <a:prstGeom prst="rect">
            <a:avLst/>
          </a:prstGeom>
          <a:noFill/>
          <a:ln w="0">
            <a:noFill/>
          </a:ln>
        </p:spPr>
        <p:txBody>
          <a:bodyPr lIns="0" tIns="0" rIns="0" bIns="0">
            <a:noAutofit/>
          </a:bodyPr>
          <a:lstStyle/>
          <a:p>
            <a:r>
              <a:rPr lang="fr-FR" sz="3200" spc="-1" dirty="0">
                <a:solidFill>
                  <a:srgbClr val="376092"/>
                </a:solidFill>
                <a:latin typeface="Arial"/>
              </a:rPr>
              <a:t>Dérivées et sens de variation : </a:t>
            </a:r>
            <a:endParaRPr lang="en-US" sz="3200" b="0" strike="noStrike" spc="-1" dirty="0">
              <a:solidFill>
                <a:srgbClr val="376092"/>
              </a:solidFill>
              <a:latin typeface="Arial"/>
            </a:endParaRPr>
          </a:p>
        </p:txBody>
      </p:sp>
      <p:sp>
        <p:nvSpPr>
          <p:cNvPr id="136" name="TextShape 2">
            <a:extLst>
              <a:ext uri="{FF2B5EF4-FFF2-40B4-BE49-F238E27FC236}">
                <a16:creationId xmlns:a16="http://schemas.microsoft.com/office/drawing/2014/main" id="{90FB888D-F5BC-445C-24DA-3C66080C7A5B}"/>
              </a:ext>
            </a:extLst>
          </p:cNvPr>
          <p:cNvSpPr txBox="1"/>
          <p:nvPr/>
        </p:nvSpPr>
        <p:spPr>
          <a:xfrm>
            <a:off x="457200" y="1233996"/>
            <a:ext cx="8229240" cy="4891764"/>
          </a:xfrm>
          <a:prstGeom prst="rect">
            <a:avLst/>
          </a:prstGeom>
          <a:noFill/>
          <a:ln w="0">
            <a:noFill/>
          </a:ln>
        </p:spPr>
        <p:txBody>
          <a:bodyPr lIns="0" tIns="0" rIns="0" bIns="0">
            <a:noAutofit/>
          </a:bodyPr>
          <a:lstStyle/>
          <a:p>
            <a:pPr marL="406800" indent="-324000">
              <a:spcAft>
                <a:spcPts val="1134"/>
              </a:spcAft>
              <a:buClr>
                <a:srgbClr val="000000"/>
              </a:buClr>
              <a:buSzPct val="45000"/>
              <a:buFont typeface="Wingdings" charset="2"/>
              <a:buChar char=""/>
            </a:pPr>
            <a:r>
              <a:rPr lang="fr-FR" sz="2400" spc="-1" dirty="0">
                <a:solidFill>
                  <a:srgbClr val="376092"/>
                </a:solidFill>
                <a:latin typeface="Calibri"/>
              </a:rPr>
              <a:t>Le signe de la dérivée nous informe donc sur le sens de variation de la fonction :</a:t>
            </a:r>
          </a:p>
          <a:p>
            <a:pPr marL="864000" lvl="1" indent="-324000">
              <a:spcAft>
                <a:spcPts val="1134"/>
              </a:spcAft>
              <a:buClr>
                <a:srgbClr val="000000"/>
              </a:buClr>
              <a:buSzPct val="45000"/>
              <a:buFont typeface="Wingdings" charset="2"/>
              <a:buChar char=""/>
            </a:pPr>
            <a:r>
              <a:rPr lang="fr-FR" sz="2400" spc="-1" dirty="0">
                <a:solidFill>
                  <a:srgbClr val="376092"/>
                </a:solidFill>
                <a:latin typeface="Calibri"/>
              </a:rPr>
              <a:t>f'(x) &gt; 0 sur ]a, b[ alors f(x) strictement croissante sur ]a, b[  </a:t>
            </a:r>
          </a:p>
          <a:p>
            <a:pPr marL="864000" lvl="1" indent="-324000">
              <a:spcAft>
                <a:spcPts val="1134"/>
              </a:spcAft>
              <a:buClr>
                <a:srgbClr val="000000"/>
              </a:buClr>
              <a:buSzPct val="45000"/>
              <a:buFont typeface="Wingdings" charset="2"/>
              <a:buChar char=""/>
            </a:pPr>
            <a:r>
              <a:rPr lang="fr-FR" sz="2400" spc="-1" dirty="0">
                <a:solidFill>
                  <a:srgbClr val="376092"/>
                </a:solidFill>
                <a:latin typeface="Calibri"/>
              </a:rPr>
              <a:t>f'(x) = 0 sur ]a, b[ alors f(x) constante sur ]a, b[</a:t>
            </a:r>
          </a:p>
          <a:p>
            <a:pPr marL="864000" lvl="1" indent="-324000">
              <a:spcAft>
                <a:spcPts val="1134"/>
              </a:spcAft>
              <a:buClr>
                <a:srgbClr val="000000"/>
              </a:buClr>
              <a:buSzPct val="45000"/>
              <a:buFont typeface="Wingdings" charset="2"/>
              <a:buChar char=""/>
            </a:pPr>
            <a:r>
              <a:rPr lang="fr-FR" sz="2400" spc="-1" dirty="0">
                <a:solidFill>
                  <a:srgbClr val="376092"/>
                </a:solidFill>
                <a:latin typeface="Calibri"/>
              </a:rPr>
              <a:t>f'(x) &lt; 0 sur ]a, b[ alors f(x) strictement décroissante sur ]a, b[  </a:t>
            </a:r>
          </a:p>
          <a:p>
            <a:pPr marL="406800" indent="-324000">
              <a:spcAft>
                <a:spcPts val="1134"/>
              </a:spcAft>
              <a:buClr>
                <a:srgbClr val="000000"/>
              </a:buClr>
              <a:buSzPct val="45000"/>
              <a:buFont typeface="Wingdings" charset="2"/>
              <a:buChar char=""/>
            </a:pPr>
            <a:r>
              <a:rPr lang="fr-FR" sz="2400" spc="-1" dirty="0">
                <a:solidFill>
                  <a:srgbClr val="376092"/>
                </a:solidFill>
                <a:latin typeface="Calibri"/>
              </a:rPr>
              <a:t>La dérivée est donc un bon outil pour pouvoir se représenter une fonction.</a:t>
            </a:r>
          </a:p>
          <a:p>
            <a:pPr marL="406800" indent="-324000">
              <a:spcAft>
                <a:spcPts val="1134"/>
              </a:spcAft>
              <a:buClr>
                <a:srgbClr val="000000"/>
              </a:buClr>
              <a:buSzPct val="45000"/>
              <a:buFont typeface="Wingdings" charset="2"/>
              <a:buChar char=""/>
            </a:pPr>
            <a:r>
              <a:rPr lang="fr-FR" sz="2400" spc="-1" dirty="0">
                <a:solidFill>
                  <a:srgbClr val="376092"/>
                </a:solidFill>
                <a:latin typeface="Calibri"/>
              </a:rPr>
              <a:t>Analysons la fonction suivante :</a:t>
            </a:r>
          </a:p>
          <a:p>
            <a:pPr marL="864000" lvl="1" indent="-324000">
              <a:spcAft>
                <a:spcPts val="1134"/>
              </a:spcAft>
              <a:buClr>
                <a:srgbClr val="000000"/>
              </a:buClr>
              <a:buSzPct val="45000"/>
              <a:buFont typeface="Wingdings" charset="2"/>
              <a:buChar char=""/>
            </a:pPr>
            <a:r>
              <a:rPr lang="fr-FR" sz="2400" spc="-1" dirty="0">
                <a:solidFill>
                  <a:srgbClr val="376092"/>
                </a:solidFill>
                <a:latin typeface="Calibri"/>
              </a:rPr>
              <a:t>f(x) = -4*x</a:t>
            </a:r>
            <a:r>
              <a:rPr lang="fr-FR" sz="2400" spc="-1" baseline="30000" dirty="0">
                <a:solidFill>
                  <a:srgbClr val="376092"/>
                </a:solidFill>
                <a:latin typeface="Calibri"/>
              </a:rPr>
              <a:t>3</a:t>
            </a:r>
            <a:r>
              <a:rPr lang="fr-FR" sz="2400" spc="-1" dirty="0">
                <a:solidFill>
                  <a:srgbClr val="376092"/>
                </a:solidFill>
                <a:latin typeface="Calibri"/>
              </a:rPr>
              <a:t> + 8 * x²</a:t>
            </a:r>
          </a:p>
          <a:p>
            <a:pPr marL="406800" indent="-324000">
              <a:spcAft>
                <a:spcPts val="1134"/>
              </a:spcAft>
              <a:buClr>
                <a:srgbClr val="000000"/>
              </a:buClr>
              <a:buSzPct val="45000"/>
              <a:buFont typeface="Wingdings" charset="2"/>
              <a:buChar char=""/>
            </a:pPr>
            <a:r>
              <a:rPr lang="fr-FR" sz="2400" spc="-1" dirty="0">
                <a:solidFill>
                  <a:srgbClr val="376092"/>
                </a:solidFill>
                <a:latin typeface="Calibri"/>
              </a:rPr>
              <a:t>Commençons par calculer la dérivée et regardons où elle s'annule. Nous pouvons aussi représenter la fonction.</a:t>
            </a:r>
          </a:p>
          <a:p>
            <a:pPr marL="406800" indent="-324000">
              <a:spcAft>
                <a:spcPts val="1134"/>
              </a:spcAft>
              <a:buClr>
                <a:srgbClr val="000000"/>
              </a:buClr>
              <a:buSzPct val="45000"/>
              <a:buFont typeface="Wingdings" charset="2"/>
              <a:buChar char=""/>
            </a:pPr>
            <a:endParaRPr lang="fr-FR" sz="2400" spc="-1" dirty="0">
              <a:solidFill>
                <a:srgbClr val="376092"/>
              </a:solidFill>
              <a:latin typeface="Calibri"/>
            </a:endParaRPr>
          </a:p>
          <a:p>
            <a:pPr marL="82800">
              <a:spcAft>
                <a:spcPts val="1134"/>
              </a:spcAft>
              <a:buClr>
                <a:srgbClr val="000000"/>
              </a:buClr>
              <a:buSzPct val="45000"/>
            </a:pPr>
            <a:endParaRPr lang="fr-FR" sz="2400" spc="-1" dirty="0">
              <a:solidFill>
                <a:srgbClr val="376092"/>
              </a:solidFill>
              <a:latin typeface="Calibri"/>
            </a:endParaRPr>
          </a:p>
          <a:p>
            <a:pPr marL="381600" indent="-288000">
              <a:spcAft>
                <a:spcPts val="850"/>
              </a:spcAft>
              <a:buClr>
                <a:srgbClr val="000000"/>
              </a:buClr>
              <a:buSzPct val="75000"/>
              <a:buFont typeface="Symbol" charset="2"/>
              <a:buChar char=""/>
            </a:pPr>
            <a:endParaRPr lang="en-US" sz="2400" b="0" strike="noStrike" spc="-1" dirty="0">
              <a:solidFill>
                <a:srgbClr val="376092"/>
              </a:solidFill>
              <a:latin typeface="Calibri"/>
            </a:endParaRPr>
          </a:p>
        </p:txBody>
      </p:sp>
    </p:spTree>
    <p:extLst>
      <p:ext uri="{BB962C8B-B14F-4D97-AF65-F5344CB8AC3E}">
        <p14:creationId xmlns:p14="http://schemas.microsoft.com/office/powerpoint/2010/main" val="25565639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278028-62B2-F4CF-208A-255D4CFC3A5E}"/>
            </a:ext>
          </a:extLst>
        </p:cNvPr>
        <p:cNvGrpSpPr/>
        <p:nvPr/>
      </p:nvGrpSpPr>
      <p:grpSpPr>
        <a:xfrm>
          <a:off x="0" y="0"/>
          <a:ext cx="0" cy="0"/>
          <a:chOff x="0" y="0"/>
          <a:chExt cx="0" cy="0"/>
        </a:xfrm>
      </p:grpSpPr>
      <p:sp>
        <p:nvSpPr>
          <p:cNvPr id="135" name="TextShape 1">
            <a:extLst>
              <a:ext uri="{FF2B5EF4-FFF2-40B4-BE49-F238E27FC236}">
                <a16:creationId xmlns:a16="http://schemas.microsoft.com/office/drawing/2014/main" id="{3F9790C2-7485-5B98-23B8-21C9EDBDBEB0}"/>
              </a:ext>
            </a:extLst>
          </p:cNvPr>
          <p:cNvSpPr txBox="1"/>
          <p:nvPr/>
        </p:nvSpPr>
        <p:spPr>
          <a:xfrm>
            <a:off x="457200" y="274680"/>
            <a:ext cx="8229240" cy="1142640"/>
          </a:xfrm>
          <a:prstGeom prst="rect">
            <a:avLst/>
          </a:prstGeom>
          <a:noFill/>
          <a:ln w="0">
            <a:noFill/>
          </a:ln>
        </p:spPr>
        <p:txBody>
          <a:bodyPr lIns="0" tIns="0" rIns="0" bIns="0">
            <a:noAutofit/>
          </a:bodyPr>
          <a:lstStyle/>
          <a:p>
            <a:r>
              <a:rPr lang="fr-FR" sz="3200" spc="-1" dirty="0">
                <a:solidFill>
                  <a:srgbClr val="376092"/>
                </a:solidFill>
                <a:latin typeface="Arial"/>
              </a:rPr>
              <a:t>Dérivées et sens de variation : </a:t>
            </a:r>
            <a:endParaRPr lang="en-US" sz="3200" b="0" strike="noStrike" spc="-1" dirty="0">
              <a:solidFill>
                <a:srgbClr val="376092"/>
              </a:solidFill>
              <a:latin typeface="Arial"/>
            </a:endParaRPr>
          </a:p>
        </p:txBody>
      </p:sp>
      <mc:AlternateContent xmlns:mc="http://schemas.openxmlformats.org/markup-compatibility/2006">
        <mc:Choice xmlns:a14="http://schemas.microsoft.com/office/drawing/2010/main" Requires="a14">
          <p:sp>
            <p:nvSpPr>
              <p:cNvPr id="136" name="TextShape 2">
                <a:extLst>
                  <a:ext uri="{FF2B5EF4-FFF2-40B4-BE49-F238E27FC236}">
                    <a16:creationId xmlns:a16="http://schemas.microsoft.com/office/drawing/2014/main" id="{AAC46761-4AFF-ED4F-E003-BABB988474FA}"/>
                  </a:ext>
                </a:extLst>
              </p:cNvPr>
              <p:cNvSpPr txBox="1"/>
              <p:nvPr/>
            </p:nvSpPr>
            <p:spPr>
              <a:xfrm>
                <a:off x="457200" y="1233996"/>
                <a:ext cx="8229240" cy="4891764"/>
              </a:xfrm>
              <a:prstGeom prst="rect">
                <a:avLst/>
              </a:prstGeom>
              <a:noFill/>
              <a:ln w="0">
                <a:noFill/>
              </a:ln>
            </p:spPr>
            <p:txBody>
              <a:bodyPr lIns="0" tIns="0" rIns="0" bIns="0">
                <a:noAutofit/>
              </a:bodyPr>
              <a:lstStyle/>
              <a:p>
                <a:pPr marL="406800" indent="-324000">
                  <a:spcAft>
                    <a:spcPts val="1134"/>
                  </a:spcAft>
                  <a:buClr>
                    <a:srgbClr val="000000"/>
                  </a:buClr>
                  <a:buSzPct val="45000"/>
                  <a:buFont typeface="Wingdings" charset="2"/>
                  <a:buChar char=""/>
                </a:pPr>
                <a:r>
                  <a:rPr lang="fr-FR" sz="2400" spc="-1" dirty="0">
                    <a:solidFill>
                      <a:srgbClr val="376092"/>
                    </a:solidFill>
                    <a:latin typeface="Calibri"/>
                  </a:rPr>
                  <a:t>Procédons à l'analyse de quelques fonctions :</a:t>
                </a:r>
              </a:p>
              <a:p>
                <a:pPr marL="864000" lvl="1" indent="-324000">
                  <a:spcAft>
                    <a:spcPts val="1134"/>
                  </a:spcAft>
                  <a:buClr>
                    <a:srgbClr val="000000"/>
                  </a:buClr>
                  <a:buSzPct val="45000"/>
                  <a:buFont typeface="Wingdings" charset="2"/>
                  <a:buChar char=""/>
                </a:pPr>
                <a:r>
                  <a:rPr lang="fr-FR" sz="2400" spc="-1" dirty="0">
                    <a:solidFill>
                      <a:srgbClr val="376092"/>
                    </a:solidFill>
                    <a:latin typeface="Calibri"/>
                  </a:rPr>
                  <a:t>f(x) = 4 * x² + 5 * x + 4 définie sur </a:t>
                </a:r>
                <a14:m>
                  <m:oMath xmlns:m="http://schemas.openxmlformats.org/officeDocument/2006/math">
                    <m:r>
                      <a:rPr lang="fr-FR" sz="2400" spc="-1" dirty="0">
                        <a:solidFill>
                          <a:srgbClr val="376092"/>
                        </a:solidFill>
                        <a:latin typeface="Cambria Math" panose="02040503050406030204" pitchFamily="18" charset="0"/>
                      </a:rPr>
                      <m:t>ℝ</m:t>
                    </m:r>
                  </m:oMath>
                </a14:m>
                <a:endParaRPr lang="fr-FR" sz="2400" spc="-1" dirty="0">
                  <a:solidFill>
                    <a:srgbClr val="376092"/>
                  </a:solidFill>
                  <a:latin typeface="Calibri"/>
                </a:endParaRPr>
              </a:p>
              <a:p>
                <a:pPr marL="864000" lvl="1" indent="-324000">
                  <a:spcAft>
                    <a:spcPts val="1134"/>
                  </a:spcAft>
                  <a:buClr>
                    <a:srgbClr val="000000"/>
                  </a:buClr>
                  <a:buSzPct val="45000"/>
                  <a:buFont typeface="Wingdings" charset="2"/>
                  <a:buChar char=""/>
                </a:pPr>
                <a:r>
                  <a:rPr lang="fr-FR" sz="2400" spc="-1" dirty="0">
                    <a:solidFill>
                      <a:srgbClr val="376092"/>
                    </a:solidFill>
                    <a:latin typeface="Calibri"/>
                  </a:rPr>
                  <a:t>g(x) = </a:t>
                </a:r>
                <a14:m>
                  <m:oMath xmlns:m="http://schemas.openxmlformats.org/officeDocument/2006/math">
                    <m:f>
                      <m:fPr>
                        <m:ctrlPr>
                          <a:rPr lang="fr-FR" sz="2400" spc="-1" dirty="0" smtClean="0">
                            <a:solidFill>
                              <a:srgbClr val="376092"/>
                            </a:solidFill>
                            <a:latin typeface="Cambria Math" panose="02040503050406030204" pitchFamily="18" charset="0"/>
                          </a:rPr>
                        </m:ctrlPr>
                      </m:fPr>
                      <m:num>
                        <m:sSup>
                          <m:sSupPr>
                            <m:ctrlPr>
                              <a:rPr lang="fr-FR" sz="2400" spc="-1" dirty="0" smtClean="0">
                                <a:solidFill>
                                  <a:srgbClr val="376092"/>
                                </a:solidFill>
                                <a:latin typeface="Cambria Math" panose="02040503050406030204" pitchFamily="18" charset="0"/>
                              </a:rPr>
                            </m:ctrlPr>
                          </m:sSupPr>
                          <m:e>
                            <m:r>
                              <a:rPr lang="fr-FR" sz="2400" i="1" spc="-1" dirty="0" smtClean="0">
                                <a:solidFill>
                                  <a:srgbClr val="376092"/>
                                </a:solidFill>
                                <a:latin typeface="Cambria Math" panose="02040503050406030204" pitchFamily="18" charset="0"/>
                              </a:rPr>
                              <m:t>𝑥</m:t>
                            </m:r>
                          </m:e>
                          <m:sup>
                            <m:r>
                              <a:rPr lang="fr-FR" sz="2400" i="0" spc="-1" dirty="0" smtClean="0">
                                <a:solidFill>
                                  <a:srgbClr val="376092"/>
                                </a:solidFill>
                                <a:latin typeface="Cambria Math" panose="02040503050406030204" pitchFamily="18" charset="0"/>
                              </a:rPr>
                              <m:t>2</m:t>
                            </m:r>
                          </m:sup>
                        </m:sSup>
                        <m:r>
                          <a:rPr lang="fr-FR" sz="2400" i="0" spc="-1" dirty="0" smtClean="0">
                            <a:solidFill>
                              <a:srgbClr val="376092"/>
                            </a:solidFill>
                            <a:latin typeface="Cambria Math" panose="02040503050406030204" pitchFamily="18" charset="0"/>
                          </a:rPr>
                          <m:t>+1</m:t>
                        </m:r>
                      </m:num>
                      <m:den>
                        <m:r>
                          <a:rPr lang="fr-FR" sz="2400" i="1" spc="-1" dirty="0" smtClean="0">
                            <a:solidFill>
                              <a:srgbClr val="376092"/>
                            </a:solidFill>
                            <a:latin typeface="Cambria Math" panose="02040503050406030204" pitchFamily="18" charset="0"/>
                          </a:rPr>
                          <m:t>𝑥</m:t>
                        </m:r>
                      </m:den>
                    </m:f>
                  </m:oMath>
                </a14:m>
                <a:r>
                  <a:rPr lang="fr-FR" sz="2400" spc="-1" dirty="0">
                    <a:solidFill>
                      <a:srgbClr val="376092"/>
                    </a:solidFill>
                    <a:latin typeface="Calibri"/>
                  </a:rPr>
                  <a:t> définie sur </a:t>
                </a:r>
                <a14:m>
                  <m:oMath xmlns:m="http://schemas.openxmlformats.org/officeDocument/2006/math">
                    <m:r>
                      <a:rPr lang="fr-FR" sz="2400" spc="-1" dirty="0">
                        <a:solidFill>
                          <a:srgbClr val="376092"/>
                        </a:solidFill>
                        <a:latin typeface="Cambria Math" panose="02040503050406030204" pitchFamily="18" charset="0"/>
                      </a:rPr>
                      <m:t>ℝ</m:t>
                    </m:r>
                    <m:r>
                      <a:rPr lang="fr-FR" sz="2400" b="0" i="0" spc="-1" dirty="0" smtClean="0">
                        <a:solidFill>
                          <a:srgbClr val="376092"/>
                        </a:solidFill>
                        <a:latin typeface="Cambria Math" panose="02040503050406030204" pitchFamily="18" charset="0"/>
                      </a:rPr>
                      <m:t> </m:t>
                    </m:r>
                    <m:r>
                      <m:rPr>
                        <m:sty m:val="p"/>
                      </m:rPr>
                      <a:rPr lang="fr-FR" sz="2400" b="0" i="0" spc="-1" dirty="0" smtClean="0">
                        <a:solidFill>
                          <a:srgbClr val="376092"/>
                        </a:solidFill>
                        <a:latin typeface="Cambria Math" panose="02040503050406030204" pitchFamily="18" charset="0"/>
                      </a:rPr>
                      <m:t>priv</m:t>
                    </m:r>
                    <m:r>
                      <a:rPr lang="fr-FR" sz="2400" b="0" i="0" spc="-1" dirty="0" smtClean="0">
                        <a:solidFill>
                          <a:srgbClr val="376092"/>
                        </a:solidFill>
                        <a:latin typeface="Cambria Math" panose="02040503050406030204" pitchFamily="18" charset="0"/>
                      </a:rPr>
                      <m:t>é </m:t>
                    </m:r>
                    <m:r>
                      <m:rPr>
                        <m:sty m:val="p"/>
                      </m:rPr>
                      <a:rPr lang="fr-FR" sz="2400" b="0" i="0" spc="-1" dirty="0" smtClean="0">
                        <a:solidFill>
                          <a:srgbClr val="376092"/>
                        </a:solidFill>
                        <a:latin typeface="Cambria Math" panose="02040503050406030204" pitchFamily="18" charset="0"/>
                      </a:rPr>
                      <m:t>de</m:t>
                    </m:r>
                    <m:r>
                      <a:rPr lang="fr-FR" sz="2400" b="0" i="0" spc="-1" dirty="0" smtClean="0">
                        <a:solidFill>
                          <a:srgbClr val="376092"/>
                        </a:solidFill>
                        <a:latin typeface="Cambria Math" panose="02040503050406030204" pitchFamily="18" charset="0"/>
                      </a:rPr>
                      <m:t> {0}</m:t>
                    </m:r>
                  </m:oMath>
                </a14:m>
                <a:endParaRPr lang="fr-FR" sz="2400" spc="-1" dirty="0">
                  <a:solidFill>
                    <a:srgbClr val="376092"/>
                  </a:solidFill>
                  <a:latin typeface="Calibri"/>
                </a:endParaRPr>
              </a:p>
              <a:p>
                <a:pPr marL="406800" indent="-324000">
                  <a:spcAft>
                    <a:spcPts val="1134"/>
                  </a:spcAft>
                  <a:buClr>
                    <a:srgbClr val="000000"/>
                  </a:buClr>
                  <a:buSzPct val="45000"/>
                  <a:buFont typeface="Wingdings" charset="2"/>
                  <a:buChar char=""/>
                </a:pPr>
                <a:r>
                  <a:rPr lang="fr-FR" sz="2400" spc="-1" dirty="0">
                    <a:solidFill>
                      <a:srgbClr val="376092"/>
                    </a:solidFill>
                    <a:latin typeface="Calibri"/>
                  </a:rPr>
                  <a:t>A chaque fois nous pouvons représenter la courbe pour se donner une idée de son allure puis vérifier par calcul</a:t>
                </a:r>
              </a:p>
              <a:p>
                <a:pPr marL="406800" indent="-324000">
                  <a:spcAft>
                    <a:spcPts val="1134"/>
                  </a:spcAft>
                  <a:buClr>
                    <a:srgbClr val="000000"/>
                  </a:buClr>
                  <a:buSzPct val="45000"/>
                  <a:buFont typeface="Wingdings" charset="2"/>
                  <a:buChar char=""/>
                </a:pPr>
                <a:r>
                  <a:rPr lang="fr-FR" sz="2400" spc="-1" dirty="0">
                    <a:solidFill>
                      <a:srgbClr val="376092"/>
                    </a:solidFill>
                    <a:latin typeface="Calibri"/>
                  </a:rPr>
                  <a:t>Les informations recueillies peuvent prendre la forme d'un tableau de variation :</a:t>
                </a:r>
              </a:p>
              <a:p>
                <a:pPr marL="406800" indent="-324000">
                  <a:spcAft>
                    <a:spcPts val="1134"/>
                  </a:spcAft>
                  <a:buClr>
                    <a:srgbClr val="000000"/>
                  </a:buClr>
                  <a:buSzPct val="45000"/>
                  <a:buFont typeface="Wingdings" charset="2"/>
                  <a:buChar char=""/>
                </a:pPr>
                <a:endParaRPr lang="fr-FR" sz="2400" spc="-1" dirty="0">
                  <a:solidFill>
                    <a:srgbClr val="376092"/>
                  </a:solidFill>
                  <a:latin typeface="Calibri"/>
                </a:endParaRPr>
              </a:p>
              <a:p>
                <a:pPr marL="406800" indent="-324000">
                  <a:spcAft>
                    <a:spcPts val="1134"/>
                  </a:spcAft>
                  <a:buClr>
                    <a:srgbClr val="000000"/>
                  </a:buClr>
                  <a:buSzPct val="45000"/>
                  <a:buFont typeface="Wingdings" charset="2"/>
                  <a:buChar char=""/>
                </a:pPr>
                <a:endParaRPr lang="fr-FR" sz="2400" spc="-1" dirty="0">
                  <a:solidFill>
                    <a:srgbClr val="376092"/>
                  </a:solidFill>
                  <a:latin typeface="Calibri"/>
                </a:endParaRPr>
              </a:p>
              <a:p>
                <a:pPr marL="406800" indent="-324000">
                  <a:spcAft>
                    <a:spcPts val="1134"/>
                  </a:spcAft>
                  <a:buClr>
                    <a:srgbClr val="000000"/>
                  </a:buClr>
                  <a:buSzPct val="45000"/>
                  <a:buFont typeface="Wingdings" charset="2"/>
                  <a:buChar char=""/>
                </a:pPr>
                <a:r>
                  <a:rPr lang="fr-FR" sz="2400" spc="-1" dirty="0">
                    <a:solidFill>
                      <a:srgbClr val="376092"/>
                    </a:solidFill>
                    <a:latin typeface="Calibri"/>
                  </a:rPr>
                  <a:t>Dresser le tableau de variation des 3 fonctions ci-dessus.</a:t>
                </a:r>
              </a:p>
              <a:p>
                <a:pPr marL="82800">
                  <a:spcAft>
                    <a:spcPts val="1134"/>
                  </a:spcAft>
                  <a:buClr>
                    <a:srgbClr val="000000"/>
                  </a:buClr>
                  <a:buSzPct val="45000"/>
                </a:pPr>
                <a:endParaRPr lang="fr-FR" sz="2400" spc="-1" dirty="0">
                  <a:solidFill>
                    <a:srgbClr val="376092"/>
                  </a:solidFill>
                  <a:latin typeface="Calibri"/>
                </a:endParaRPr>
              </a:p>
              <a:p>
                <a:pPr marL="381600" indent="-288000">
                  <a:spcAft>
                    <a:spcPts val="850"/>
                  </a:spcAft>
                  <a:buClr>
                    <a:srgbClr val="000000"/>
                  </a:buClr>
                  <a:buSzPct val="75000"/>
                  <a:buFont typeface="Symbol" charset="2"/>
                  <a:buChar char=""/>
                </a:pPr>
                <a:endParaRPr lang="en-US" sz="2400" b="0" strike="noStrike" spc="-1" dirty="0">
                  <a:solidFill>
                    <a:srgbClr val="376092"/>
                  </a:solidFill>
                  <a:latin typeface="Calibri"/>
                </a:endParaRPr>
              </a:p>
            </p:txBody>
          </p:sp>
        </mc:Choice>
        <mc:Fallback>
          <p:sp>
            <p:nvSpPr>
              <p:cNvPr id="136" name="TextShape 2">
                <a:extLst>
                  <a:ext uri="{FF2B5EF4-FFF2-40B4-BE49-F238E27FC236}">
                    <a16:creationId xmlns:a16="http://schemas.microsoft.com/office/drawing/2014/main" id="{AAC46761-4AFF-ED4F-E003-BABB988474FA}"/>
                  </a:ext>
                </a:extLst>
              </p:cNvPr>
              <p:cNvSpPr txBox="1">
                <a:spLocks noRot="1" noChangeAspect="1" noMove="1" noResize="1" noEditPoints="1" noAdjustHandles="1" noChangeArrowheads="1" noChangeShapeType="1" noTextEdit="1"/>
              </p:cNvSpPr>
              <p:nvPr/>
            </p:nvSpPr>
            <p:spPr>
              <a:xfrm>
                <a:off x="457200" y="1233996"/>
                <a:ext cx="8229240" cy="4891764"/>
              </a:xfrm>
              <a:prstGeom prst="rect">
                <a:avLst/>
              </a:prstGeom>
              <a:blipFill>
                <a:blip r:embed="rId3"/>
                <a:stretch>
                  <a:fillRect t="-1868" b="-2740"/>
                </a:stretch>
              </a:blipFill>
              <a:ln w="0">
                <a:noFill/>
              </a:ln>
            </p:spPr>
            <p:txBody>
              <a:bodyPr/>
              <a:lstStyle/>
              <a:p>
                <a:r>
                  <a:rPr lang="fr-FR">
                    <a:noFill/>
                  </a:rPr>
                  <a:t> </a:t>
                </a:r>
              </a:p>
            </p:txBody>
          </p:sp>
        </mc:Fallback>
      </mc:AlternateContent>
      <p:graphicFrame>
        <p:nvGraphicFramePr>
          <p:cNvPr id="5" name="Objet 4">
            <a:extLst>
              <a:ext uri="{FF2B5EF4-FFF2-40B4-BE49-F238E27FC236}">
                <a16:creationId xmlns:a16="http://schemas.microsoft.com/office/drawing/2014/main" id="{E62115D1-228E-76D4-F5B2-ED16CAC5482F}"/>
              </a:ext>
            </a:extLst>
          </p:cNvPr>
          <p:cNvGraphicFramePr>
            <a:graphicFrameLocks noChangeAspect="1"/>
          </p:cNvGraphicFramePr>
          <p:nvPr>
            <p:extLst>
              <p:ext uri="{D42A27DB-BD31-4B8C-83A1-F6EECF244321}">
                <p14:modId xmlns:p14="http://schemas.microsoft.com/office/powerpoint/2010/main" val="2934428479"/>
              </p:ext>
            </p:extLst>
          </p:nvPr>
        </p:nvGraphicFramePr>
        <p:xfrm>
          <a:off x="557645" y="4640695"/>
          <a:ext cx="8223849" cy="908050"/>
        </p:xfrm>
        <a:graphic>
          <a:graphicData uri="http://schemas.openxmlformats.org/presentationml/2006/ole">
            <mc:AlternateContent xmlns:mc="http://schemas.openxmlformats.org/markup-compatibility/2006">
              <mc:Choice xmlns:v="urn:schemas-microsoft-com:vml" Requires="v">
                <p:oleObj spid="_x0000_s4106" name="Worksheet" r:id="rId4" imgW="14849435" imgH="1638196" progId="Excel.Sheet.12">
                  <p:embed/>
                </p:oleObj>
              </mc:Choice>
              <mc:Fallback>
                <p:oleObj name="Worksheet" r:id="rId4" imgW="14849435" imgH="1638196" progId="Excel.Sheet.12">
                  <p:embed/>
                  <p:pic>
                    <p:nvPicPr>
                      <p:cNvPr id="0" name=""/>
                      <p:cNvPicPr/>
                      <p:nvPr/>
                    </p:nvPicPr>
                    <p:blipFill>
                      <a:blip r:embed="rId5"/>
                      <a:stretch>
                        <a:fillRect/>
                      </a:stretch>
                    </p:blipFill>
                    <p:spPr>
                      <a:xfrm>
                        <a:off x="557645" y="4640695"/>
                        <a:ext cx="8223849" cy="908050"/>
                      </a:xfrm>
                      <a:prstGeom prst="rect">
                        <a:avLst/>
                      </a:prstGeom>
                    </p:spPr>
                  </p:pic>
                </p:oleObj>
              </mc:Fallback>
            </mc:AlternateContent>
          </a:graphicData>
        </a:graphic>
      </p:graphicFrame>
    </p:spTree>
    <p:extLst>
      <p:ext uri="{BB962C8B-B14F-4D97-AF65-F5344CB8AC3E}">
        <p14:creationId xmlns:p14="http://schemas.microsoft.com/office/powerpoint/2010/main" val="30365288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3745CC-4748-AD3F-1E16-944095746345}"/>
            </a:ext>
          </a:extLst>
        </p:cNvPr>
        <p:cNvGrpSpPr/>
        <p:nvPr/>
      </p:nvGrpSpPr>
      <p:grpSpPr>
        <a:xfrm>
          <a:off x="0" y="0"/>
          <a:ext cx="0" cy="0"/>
          <a:chOff x="0" y="0"/>
          <a:chExt cx="0" cy="0"/>
        </a:xfrm>
      </p:grpSpPr>
      <p:sp>
        <p:nvSpPr>
          <p:cNvPr id="135" name="TextShape 1">
            <a:extLst>
              <a:ext uri="{FF2B5EF4-FFF2-40B4-BE49-F238E27FC236}">
                <a16:creationId xmlns:a16="http://schemas.microsoft.com/office/drawing/2014/main" id="{261C494F-20CD-CBC7-B1F7-7DF85D9FCB32}"/>
              </a:ext>
            </a:extLst>
          </p:cNvPr>
          <p:cNvSpPr txBox="1"/>
          <p:nvPr/>
        </p:nvSpPr>
        <p:spPr>
          <a:xfrm>
            <a:off x="457200" y="274680"/>
            <a:ext cx="8229240" cy="1142640"/>
          </a:xfrm>
          <a:prstGeom prst="rect">
            <a:avLst/>
          </a:prstGeom>
          <a:noFill/>
          <a:ln w="0">
            <a:noFill/>
          </a:ln>
        </p:spPr>
        <p:txBody>
          <a:bodyPr lIns="0" tIns="0" rIns="0" bIns="0">
            <a:noAutofit/>
          </a:bodyPr>
          <a:lstStyle/>
          <a:p>
            <a:r>
              <a:rPr lang="fr-FR" sz="3200" spc="-1" dirty="0">
                <a:solidFill>
                  <a:srgbClr val="376092"/>
                </a:solidFill>
              </a:rPr>
              <a:t>Extremums locaux d'une fonction </a:t>
            </a:r>
            <a:r>
              <a:rPr lang="fr-FR" sz="3200" spc="-1" dirty="0">
                <a:solidFill>
                  <a:srgbClr val="376092"/>
                </a:solidFill>
                <a:latin typeface="Arial"/>
              </a:rPr>
              <a:t>: </a:t>
            </a:r>
            <a:endParaRPr lang="en-US" sz="3200" b="0" strike="noStrike" spc="-1" dirty="0">
              <a:solidFill>
                <a:srgbClr val="376092"/>
              </a:solidFill>
              <a:latin typeface="Arial"/>
            </a:endParaRPr>
          </a:p>
        </p:txBody>
      </p:sp>
      <p:sp>
        <p:nvSpPr>
          <p:cNvPr id="136" name="TextShape 2">
            <a:extLst>
              <a:ext uri="{FF2B5EF4-FFF2-40B4-BE49-F238E27FC236}">
                <a16:creationId xmlns:a16="http://schemas.microsoft.com/office/drawing/2014/main" id="{3F38086B-C6A5-B3DA-42F0-BD9E1C50D305}"/>
              </a:ext>
            </a:extLst>
          </p:cNvPr>
          <p:cNvSpPr txBox="1"/>
          <p:nvPr/>
        </p:nvSpPr>
        <p:spPr>
          <a:xfrm>
            <a:off x="457200" y="1233996"/>
            <a:ext cx="8229240" cy="4891764"/>
          </a:xfrm>
          <a:prstGeom prst="rect">
            <a:avLst/>
          </a:prstGeom>
          <a:noFill/>
          <a:ln w="0">
            <a:noFill/>
          </a:ln>
        </p:spPr>
        <p:txBody>
          <a:bodyPr lIns="0" tIns="0" rIns="0" bIns="0">
            <a:noAutofit/>
          </a:bodyPr>
          <a:lstStyle/>
          <a:p>
            <a:pPr marL="406800" indent="-324000">
              <a:spcAft>
                <a:spcPts val="1134"/>
              </a:spcAft>
              <a:buClr>
                <a:srgbClr val="000000"/>
              </a:buClr>
              <a:buSzPct val="45000"/>
              <a:buFont typeface="Wingdings" charset="2"/>
              <a:buChar char=""/>
            </a:pPr>
            <a:r>
              <a:rPr lang="fr-FR" sz="2400" spc="-1" dirty="0">
                <a:solidFill>
                  <a:srgbClr val="376092"/>
                </a:solidFill>
                <a:latin typeface="Calibri"/>
              </a:rPr>
              <a:t>Un extremum local est une valeur maximum ou minimum d'une fonction sur un intervalle donné.</a:t>
            </a:r>
          </a:p>
          <a:p>
            <a:pPr marL="406800" indent="-324000">
              <a:spcAft>
                <a:spcPts val="1134"/>
              </a:spcAft>
              <a:buClr>
                <a:srgbClr val="000000"/>
              </a:buClr>
              <a:buSzPct val="45000"/>
              <a:buFont typeface="Wingdings" charset="2"/>
              <a:buChar char=""/>
            </a:pPr>
            <a:r>
              <a:rPr lang="fr-FR" sz="2400" spc="-1" dirty="0">
                <a:solidFill>
                  <a:srgbClr val="376092"/>
                </a:solidFill>
                <a:latin typeface="Calibri"/>
              </a:rPr>
              <a:t>La dérivée est toujours à 0 (f'(x) = 0) pour un extremum local.</a:t>
            </a:r>
          </a:p>
          <a:p>
            <a:pPr marL="406800" indent="-324000">
              <a:spcAft>
                <a:spcPts val="1134"/>
              </a:spcAft>
              <a:buClr>
                <a:srgbClr val="000000"/>
              </a:buClr>
              <a:buSzPct val="45000"/>
              <a:buFont typeface="Wingdings" charset="2"/>
              <a:buChar char=""/>
            </a:pPr>
            <a:r>
              <a:rPr lang="fr-FR" sz="2400" spc="-1" dirty="0">
                <a:solidFill>
                  <a:srgbClr val="376092"/>
                </a:solidFill>
                <a:latin typeface="Calibri"/>
              </a:rPr>
              <a:t>Cependant, l'inverse n'est pas vrai. Il n'y pas forcément extremum local à chaque fois que la dérivée s'annule.</a:t>
            </a:r>
          </a:p>
          <a:p>
            <a:pPr marL="406800" indent="-324000">
              <a:spcAft>
                <a:spcPts val="1134"/>
              </a:spcAft>
              <a:buClr>
                <a:srgbClr val="000000"/>
              </a:buClr>
              <a:buSzPct val="45000"/>
              <a:buFont typeface="Wingdings" charset="2"/>
              <a:buChar char=""/>
            </a:pPr>
            <a:r>
              <a:rPr lang="fr-FR" sz="2400" spc="-1" dirty="0">
                <a:solidFill>
                  <a:srgbClr val="376092"/>
                </a:solidFill>
                <a:latin typeface="Calibri"/>
              </a:rPr>
              <a:t>Pour confirmer la présence d'un extremum, il faut que la dérivée change de signe au passage de la valeur.</a:t>
            </a:r>
          </a:p>
          <a:p>
            <a:pPr marL="406800" indent="-324000">
              <a:spcAft>
                <a:spcPts val="1134"/>
              </a:spcAft>
              <a:buClr>
                <a:srgbClr val="000000"/>
              </a:buClr>
              <a:buSzPct val="45000"/>
              <a:buFont typeface="Wingdings" charset="2"/>
              <a:buChar char=""/>
            </a:pPr>
            <a:r>
              <a:rPr lang="fr-FR" sz="2400" spc="-1" dirty="0">
                <a:solidFill>
                  <a:srgbClr val="376092"/>
                </a:solidFill>
                <a:latin typeface="Calibri"/>
              </a:rPr>
              <a:t>Par exemple, prenons la fonction :</a:t>
            </a:r>
          </a:p>
          <a:p>
            <a:pPr marL="864000" lvl="1" indent="-324000">
              <a:spcAft>
                <a:spcPts val="1134"/>
              </a:spcAft>
              <a:buClr>
                <a:srgbClr val="000000"/>
              </a:buClr>
              <a:buSzPct val="45000"/>
              <a:buFont typeface="Wingdings" charset="2"/>
              <a:buChar char=""/>
            </a:pPr>
            <a:r>
              <a:rPr lang="fr-FR" sz="2400" spc="-1" dirty="0">
                <a:solidFill>
                  <a:srgbClr val="376092"/>
                </a:solidFill>
                <a:latin typeface="Calibri"/>
              </a:rPr>
              <a:t>f(x) = x</a:t>
            </a:r>
            <a:r>
              <a:rPr lang="fr-FR" sz="2400" spc="-1" baseline="30000" dirty="0">
                <a:solidFill>
                  <a:srgbClr val="376092"/>
                </a:solidFill>
                <a:latin typeface="Calibri"/>
              </a:rPr>
              <a:t>3</a:t>
            </a:r>
          </a:p>
          <a:p>
            <a:pPr marL="406800" indent="-324000">
              <a:spcAft>
                <a:spcPts val="1134"/>
              </a:spcAft>
              <a:buClr>
                <a:srgbClr val="000000"/>
              </a:buClr>
              <a:buSzPct val="45000"/>
              <a:buFont typeface="Wingdings" charset="2"/>
              <a:buChar char=""/>
            </a:pPr>
            <a:r>
              <a:rPr lang="fr-FR" sz="2400" spc="-1" dirty="0">
                <a:solidFill>
                  <a:srgbClr val="376092"/>
                </a:solidFill>
                <a:latin typeface="Calibri"/>
              </a:rPr>
              <a:t>Pour quelle valeur de x la dérivée s'annule t'elle ?</a:t>
            </a:r>
          </a:p>
          <a:p>
            <a:pPr marL="406800" indent="-324000">
              <a:spcAft>
                <a:spcPts val="1134"/>
              </a:spcAft>
              <a:buClr>
                <a:srgbClr val="000000"/>
              </a:buClr>
              <a:buSzPct val="45000"/>
              <a:buFont typeface="Wingdings" charset="2"/>
              <a:buChar char=""/>
            </a:pPr>
            <a:r>
              <a:rPr lang="fr-FR" sz="2400" spc="-1" dirty="0">
                <a:solidFill>
                  <a:srgbClr val="376092"/>
                </a:solidFill>
                <a:latin typeface="Calibri"/>
              </a:rPr>
              <a:t>Est-ce que la dérivée change de signe en ce point précis ?</a:t>
            </a:r>
          </a:p>
          <a:p>
            <a:pPr marL="82800">
              <a:spcAft>
                <a:spcPts val="1134"/>
              </a:spcAft>
              <a:buClr>
                <a:srgbClr val="000000"/>
              </a:buClr>
              <a:buSzPct val="45000"/>
            </a:pPr>
            <a:endParaRPr lang="fr-FR" sz="2400" spc="-1" dirty="0">
              <a:solidFill>
                <a:srgbClr val="376092"/>
              </a:solidFill>
              <a:latin typeface="Calibri"/>
            </a:endParaRPr>
          </a:p>
          <a:p>
            <a:pPr marL="381600" indent="-288000">
              <a:spcAft>
                <a:spcPts val="850"/>
              </a:spcAft>
              <a:buClr>
                <a:srgbClr val="000000"/>
              </a:buClr>
              <a:buSzPct val="75000"/>
              <a:buFont typeface="Symbol" charset="2"/>
              <a:buChar char=""/>
            </a:pPr>
            <a:endParaRPr lang="en-US" sz="2400" b="0" strike="noStrike" spc="-1" dirty="0">
              <a:solidFill>
                <a:srgbClr val="376092"/>
              </a:solidFill>
              <a:latin typeface="Calibri"/>
            </a:endParaRPr>
          </a:p>
        </p:txBody>
      </p:sp>
    </p:spTree>
    <p:extLst>
      <p:ext uri="{BB962C8B-B14F-4D97-AF65-F5344CB8AC3E}">
        <p14:creationId xmlns:p14="http://schemas.microsoft.com/office/powerpoint/2010/main" val="36909354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11DD5F-A7A4-478F-4C1B-E9EA5B6855A5}"/>
            </a:ext>
          </a:extLst>
        </p:cNvPr>
        <p:cNvGrpSpPr/>
        <p:nvPr/>
      </p:nvGrpSpPr>
      <p:grpSpPr>
        <a:xfrm>
          <a:off x="0" y="0"/>
          <a:ext cx="0" cy="0"/>
          <a:chOff x="0" y="0"/>
          <a:chExt cx="0" cy="0"/>
        </a:xfrm>
      </p:grpSpPr>
      <p:sp>
        <p:nvSpPr>
          <p:cNvPr id="135" name="TextShape 1">
            <a:extLst>
              <a:ext uri="{FF2B5EF4-FFF2-40B4-BE49-F238E27FC236}">
                <a16:creationId xmlns:a16="http://schemas.microsoft.com/office/drawing/2014/main" id="{12B6424D-01BB-5A8B-C58B-B442D62ED8DA}"/>
              </a:ext>
            </a:extLst>
          </p:cNvPr>
          <p:cNvSpPr txBox="1"/>
          <p:nvPr/>
        </p:nvSpPr>
        <p:spPr>
          <a:xfrm>
            <a:off x="457200" y="274680"/>
            <a:ext cx="8229240" cy="1142640"/>
          </a:xfrm>
          <a:prstGeom prst="rect">
            <a:avLst/>
          </a:prstGeom>
          <a:noFill/>
          <a:ln w="0">
            <a:noFill/>
          </a:ln>
        </p:spPr>
        <p:txBody>
          <a:bodyPr lIns="0" tIns="0" rIns="0" bIns="0">
            <a:noAutofit/>
          </a:bodyPr>
          <a:lstStyle/>
          <a:p>
            <a:r>
              <a:rPr lang="fr-FR" sz="3200" spc="-1" dirty="0">
                <a:solidFill>
                  <a:srgbClr val="376092"/>
                </a:solidFill>
              </a:rPr>
              <a:t>Extremums locaux d'une fonction </a:t>
            </a:r>
            <a:r>
              <a:rPr lang="fr-FR" sz="3200" spc="-1" dirty="0">
                <a:solidFill>
                  <a:srgbClr val="376092"/>
                </a:solidFill>
                <a:latin typeface="Arial"/>
              </a:rPr>
              <a:t>: </a:t>
            </a:r>
            <a:endParaRPr lang="en-US" sz="3200" b="0" strike="noStrike" spc="-1" dirty="0">
              <a:solidFill>
                <a:srgbClr val="376092"/>
              </a:solidFill>
              <a:latin typeface="Arial"/>
            </a:endParaRPr>
          </a:p>
        </p:txBody>
      </p:sp>
      <p:sp>
        <p:nvSpPr>
          <p:cNvPr id="136" name="TextShape 2">
            <a:extLst>
              <a:ext uri="{FF2B5EF4-FFF2-40B4-BE49-F238E27FC236}">
                <a16:creationId xmlns:a16="http://schemas.microsoft.com/office/drawing/2014/main" id="{5F816C84-4550-2F2C-E0ED-535D69EFB31A}"/>
              </a:ext>
            </a:extLst>
          </p:cNvPr>
          <p:cNvSpPr txBox="1"/>
          <p:nvPr/>
        </p:nvSpPr>
        <p:spPr>
          <a:xfrm>
            <a:off x="457200" y="1233996"/>
            <a:ext cx="8229240" cy="4891764"/>
          </a:xfrm>
          <a:prstGeom prst="rect">
            <a:avLst/>
          </a:prstGeom>
          <a:noFill/>
          <a:ln w="0">
            <a:noFill/>
          </a:ln>
        </p:spPr>
        <p:txBody>
          <a:bodyPr lIns="0" tIns="0" rIns="0" bIns="0">
            <a:noAutofit/>
          </a:bodyPr>
          <a:lstStyle/>
          <a:p>
            <a:pPr marL="406800" indent="-324000">
              <a:spcAft>
                <a:spcPts val="1134"/>
              </a:spcAft>
              <a:buClr>
                <a:srgbClr val="000000"/>
              </a:buClr>
              <a:buSzPct val="45000"/>
              <a:buFont typeface="Wingdings" charset="2"/>
              <a:buChar char=""/>
            </a:pPr>
            <a:r>
              <a:rPr lang="fr-FR" sz="2400" spc="-1" dirty="0">
                <a:solidFill>
                  <a:srgbClr val="376092"/>
                </a:solidFill>
                <a:latin typeface="Calibri"/>
              </a:rPr>
              <a:t>Cherchons quelques extremums locaux pour les fonctions suivantes :</a:t>
            </a:r>
          </a:p>
          <a:p>
            <a:pPr marL="864000" lvl="1" indent="-324000">
              <a:spcAft>
                <a:spcPts val="1134"/>
              </a:spcAft>
              <a:buClr>
                <a:srgbClr val="000000"/>
              </a:buClr>
              <a:buSzPct val="45000"/>
              <a:buFont typeface="Wingdings" charset="2"/>
              <a:buChar char=""/>
            </a:pPr>
            <a:r>
              <a:rPr lang="fr-FR" sz="2400" spc="-1" dirty="0">
                <a:solidFill>
                  <a:srgbClr val="376092"/>
                </a:solidFill>
                <a:latin typeface="Calibri"/>
              </a:rPr>
              <a:t>f(x) = x² -6*x +5</a:t>
            </a:r>
          </a:p>
          <a:p>
            <a:pPr marL="864000" lvl="1" indent="-324000">
              <a:spcAft>
                <a:spcPts val="1134"/>
              </a:spcAft>
              <a:buClr>
                <a:srgbClr val="000000"/>
              </a:buClr>
              <a:buSzPct val="45000"/>
              <a:buFont typeface="Wingdings" charset="2"/>
              <a:buChar char=""/>
            </a:pPr>
            <a:r>
              <a:rPr lang="fr-FR" sz="2400" spc="-1" dirty="0">
                <a:solidFill>
                  <a:srgbClr val="376092"/>
                </a:solidFill>
                <a:latin typeface="Calibri"/>
              </a:rPr>
              <a:t>g(x) = -2x² +4x +1</a:t>
            </a:r>
          </a:p>
          <a:p>
            <a:pPr marL="864000" lvl="1" indent="-324000">
              <a:spcAft>
                <a:spcPts val="1134"/>
              </a:spcAft>
              <a:buClr>
                <a:srgbClr val="000000"/>
              </a:buClr>
              <a:buSzPct val="45000"/>
              <a:buFont typeface="Wingdings" charset="2"/>
              <a:buChar char=""/>
            </a:pPr>
            <a:r>
              <a:rPr lang="fr-FR" sz="2400" spc="-1" dirty="0">
                <a:solidFill>
                  <a:srgbClr val="376092"/>
                </a:solidFill>
                <a:latin typeface="Calibri"/>
              </a:rPr>
              <a:t>h(x) = x</a:t>
            </a:r>
            <a:r>
              <a:rPr lang="fr-FR" sz="2400" spc="-1" baseline="30000" dirty="0">
                <a:solidFill>
                  <a:srgbClr val="376092"/>
                </a:solidFill>
                <a:latin typeface="Calibri"/>
              </a:rPr>
              <a:t>3 </a:t>
            </a:r>
            <a:r>
              <a:rPr lang="fr-FR" sz="2400" spc="-1" dirty="0">
                <a:solidFill>
                  <a:srgbClr val="376092"/>
                </a:solidFill>
                <a:latin typeface="Calibri"/>
              </a:rPr>
              <a:t>– 6 x² + 9 x</a:t>
            </a:r>
          </a:p>
          <a:p>
            <a:pPr marL="406800" indent="-324000">
              <a:spcAft>
                <a:spcPts val="1134"/>
              </a:spcAft>
              <a:buClr>
                <a:srgbClr val="000000"/>
              </a:buClr>
              <a:buSzPct val="45000"/>
              <a:buFont typeface="Wingdings" charset="2"/>
              <a:buChar char=""/>
            </a:pPr>
            <a:r>
              <a:rPr lang="fr-FR" sz="2400" spc="-1" dirty="0">
                <a:solidFill>
                  <a:srgbClr val="376092"/>
                </a:solidFill>
                <a:latin typeface="Calibri"/>
              </a:rPr>
              <a:t>La mise en place d'un tableau de variation peut nous aider.</a:t>
            </a:r>
          </a:p>
          <a:p>
            <a:pPr marL="406800" indent="-324000">
              <a:spcAft>
                <a:spcPts val="1134"/>
              </a:spcAft>
              <a:buClr>
                <a:srgbClr val="000000"/>
              </a:buClr>
              <a:buSzPct val="45000"/>
              <a:buFont typeface="Wingdings" charset="2"/>
              <a:buChar char=""/>
            </a:pPr>
            <a:r>
              <a:rPr lang="fr-FR" sz="2400" spc="-1" dirty="0">
                <a:solidFill>
                  <a:srgbClr val="376092"/>
                </a:solidFill>
                <a:latin typeface="Calibri"/>
              </a:rPr>
              <a:t>Vérifions à chaque fois si le signe de la dérivée est bien modifié au passage de l'extremum.</a:t>
            </a:r>
          </a:p>
          <a:p>
            <a:pPr marL="82800">
              <a:spcAft>
                <a:spcPts val="1134"/>
              </a:spcAft>
              <a:buClr>
                <a:srgbClr val="000000"/>
              </a:buClr>
              <a:buSzPct val="45000"/>
            </a:pPr>
            <a:endParaRPr lang="fr-FR" sz="2400" spc="-1" dirty="0">
              <a:solidFill>
                <a:srgbClr val="376092"/>
              </a:solidFill>
              <a:latin typeface="Calibri"/>
            </a:endParaRPr>
          </a:p>
          <a:p>
            <a:pPr marL="381600" indent="-288000">
              <a:spcAft>
                <a:spcPts val="850"/>
              </a:spcAft>
              <a:buClr>
                <a:srgbClr val="000000"/>
              </a:buClr>
              <a:buSzPct val="75000"/>
              <a:buFont typeface="Symbol" charset="2"/>
              <a:buChar char=""/>
            </a:pPr>
            <a:endParaRPr lang="en-US" sz="2400" b="0" strike="noStrike" spc="-1" dirty="0">
              <a:solidFill>
                <a:srgbClr val="376092"/>
              </a:solidFill>
              <a:latin typeface="Calibri"/>
            </a:endParaRPr>
          </a:p>
        </p:txBody>
      </p:sp>
    </p:spTree>
    <p:extLst>
      <p:ext uri="{BB962C8B-B14F-4D97-AF65-F5344CB8AC3E}">
        <p14:creationId xmlns:p14="http://schemas.microsoft.com/office/powerpoint/2010/main" val="3273849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227C3-05A6-CF21-5009-36EAB3EC006D}"/>
            </a:ext>
          </a:extLst>
        </p:cNvPr>
        <p:cNvGrpSpPr/>
        <p:nvPr/>
      </p:nvGrpSpPr>
      <p:grpSpPr>
        <a:xfrm>
          <a:off x="0" y="0"/>
          <a:ext cx="0" cy="0"/>
          <a:chOff x="0" y="0"/>
          <a:chExt cx="0" cy="0"/>
        </a:xfrm>
      </p:grpSpPr>
      <p:sp>
        <p:nvSpPr>
          <p:cNvPr id="135" name="TextShape 1">
            <a:extLst>
              <a:ext uri="{FF2B5EF4-FFF2-40B4-BE49-F238E27FC236}">
                <a16:creationId xmlns:a16="http://schemas.microsoft.com/office/drawing/2014/main" id="{632EE8F9-1361-7080-DBB9-30764EEE3400}"/>
              </a:ext>
            </a:extLst>
          </p:cNvPr>
          <p:cNvSpPr txBox="1"/>
          <p:nvPr/>
        </p:nvSpPr>
        <p:spPr>
          <a:xfrm>
            <a:off x="457200" y="274680"/>
            <a:ext cx="8229240" cy="1142640"/>
          </a:xfrm>
          <a:prstGeom prst="rect">
            <a:avLst/>
          </a:prstGeom>
          <a:noFill/>
          <a:ln w="0">
            <a:noFill/>
          </a:ln>
        </p:spPr>
        <p:txBody>
          <a:bodyPr lIns="0" tIns="0" rIns="0" bIns="0">
            <a:noAutofit/>
          </a:bodyPr>
          <a:lstStyle/>
          <a:p>
            <a:r>
              <a:rPr lang="fr-FR" sz="3200" spc="-1" dirty="0">
                <a:solidFill>
                  <a:srgbClr val="376092"/>
                </a:solidFill>
              </a:rPr>
              <a:t>Lecture d'un tableau de signe </a:t>
            </a:r>
            <a:r>
              <a:rPr lang="fr-FR" sz="3200" spc="-1" dirty="0">
                <a:solidFill>
                  <a:srgbClr val="376092"/>
                </a:solidFill>
                <a:latin typeface="Arial"/>
              </a:rPr>
              <a:t>: </a:t>
            </a:r>
            <a:endParaRPr lang="en-US" sz="3200" b="0" strike="noStrike" spc="-1" dirty="0">
              <a:solidFill>
                <a:srgbClr val="376092"/>
              </a:solidFill>
              <a:latin typeface="Arial"/>
            </a:endParaRPr>
          </a:p>
        </p:txBody>
      </p:sp>
      <p:sp>
        <p:nvSpPr>
          <p:cNvPr id="136" name="TextShape 2">
            <a:extLst>
              <a:ext uri="{FF2B5EF4-FFF2-40B4-BE49-F238E27FC236}">
                <a16:creationId xmlns:a16="http://schemas.microsoft.com/office/drawing/2014/main" id="{3FECF8BA-2093-7075-81A0-D5AB60FC5120}"/>
              </a:ext>
            </a:extLst>
          </p:cNvPr>
          <p:cNvSpPr txBox="1"/>
          <p:nvPr/>
        </p:nvSpPr>
        <p:spPr>
          <a:xfrm>
            <a:off x="457200" y="1233996"/>
            <a:ext cx="8229240" cy="4891764"/>
          </a:xfrm>
          <a:prstGeom prst="rect">
            <a:avLst/>
          </a:prstGeom>
          <a:noFill/>
          <a:ln w="0">
            <a:noFill/>
          </a:ln>
        </p:spPr>
        <p:txBody>
          <a:bodyPr lIns="0" tIns="0" rIns="0" bIns="0">
            <a:noAutofit/>
          </a:bodyPr>
          <a:lstStyle/>
          <a:p>
            <a:pPr marL="406800" indent="-324000">
              <a:spcAft>
                <a:spcPts val="1134"/>
              </a:spcAft>
              <a:buClr>
                <a:srgbClr val="000000"/>
              </a:buClr>
              <a:buSzPct val="45000"/>
              <a:buFont typeface="Wingdings" charset="2"/>
              <a:buChar char=""/>
            </a:pPr>
            <a:r>
              <a:rPr lang="fr-FR" sz="2400" spc="-1" dirty="0">
                <a:solidFill>
                  <a:srgbClr val="376092"/>
                </a:solidFill>
                <a:latin typeface="Calibri"/>
              </a:rPr>
              <a:t>Nous savons maintenant dresser un tableau de variation.</a:t>
            </a:r>
          </a:p>
          <a:p>
            <a:pPr marL="406800" indent="-324000">
              <a:spcAft>
                <a:spcPts val="1134"/>
              </a:spcAft>
              <a:buClr>
                <a:srgbClr val="000000"/>
              </a:buClr>
              <a:buSzPct val="45000"/>
              <a:buFont typeface="Wingdings" charset="2"/>
              <a:buChar char=""/>
            </a:pPr>
            <a:r>
              <a:rPr lang="fr-FR" sz="2400" spc="-1" dirty="0">
                <a:solidFill>
                  <a:srgbClr val="376092"/>
                </a:solidFill>
                <a:latin typeface="Calibri"/>
              </a:rPr>
              <a:t>Ce tableau nous permet également de retrouver le signe de la dérivée :</a:t>
            </a:r>
          </a:p>
          <a:p>
            <a:pPr marL="406800" indent="-324000">
              <a:spcAft>
                <a:spcPts val="1134"/>
              </a:spcAft>
              <a:buClr>
                <a:srgbClr val="000000"/>
              </a:buClr>
              <a:buSzPct val="45000"/>
              <a:buFont typeface="Wingdings" charset="2"/>
              <a:buChar char=""/>
            </a:pPr>
            <a:endParaRPr lang="fr-FR" sz="2400" spc="-1" dirty="0">
              <a:solidFill>
                <a:srgbClr val="376092"/>
              </a:solidFill>
              <a:latin typeface="Calibri"/>
            </a:endParaRPr>
          </a:p>
          <a:p>
            <a:pPr marL="406800" indent="-324000">
              <a:spcAft>
                <a:spcPts val="1134"/>
              </a:spcAft>
              <a:buClr>
                <a:srgbClr val="000000"/>
              </a:buClr>
              <a:buSzPct val="45000"/>
              <a:buFont typeface="Wingdings" charset="2"/>
              <a:buChar char=""/>
            </a:pPr>
            <a:endParaRPr lang="fr-FR" sz="2400" spc="-1" dirty="0">
              <a:solidFill>
                <a:srgbClr val="376092"/>
              </a:solidFill>
              <a:latin typeface="Calibri"/>
            </a:endParaRPr>
          </a:p>
          <a:p>
            <a:pPr marL="406800" indent="-324000">
              <a:spcAft>
                <a:spcPts val="1134"/>
              </a:spcAft>
              <a:buClr>
                <a:srgbClr val="000000"/>
              </a:buClr>
              <a:buSzPct val="45000"/>
              <a:buFont typeface="Wingdings" charset="2"/>
              <a:buChar char=""/>
            </a:pPr>
            <a:endParaRPr lang="fr-FR" sz="2400" spc="-1" dirty="0">
              <a:solidFill>
                <a:srgbClr val="376092"/>
              </a:solidFill>
              <a:latin typeface="Calibri"/>
            </a:endParaRPr>
          </a:p>
          <a:p>
            <a:pPr marL="406800" indent="-324000">
              <a:spcAft>
                <a:spcPts val="1134"/>
              </a:spcAft>
              <a:buClr>
                <a:srgbClr val="000000"/>
              </a:buClr>
              <a:buSzPct val="45000"/>
              <a:buFont typeface="Wingdings" charset="2"/>
              <a:buChar char=""/>
            </a:pPr>
            <a:endParaRPr lang="fr-FR" sz="2400" spc="-1" dirty="0">
              <a:solidFill>
                <a:srgbClr val="376092"/>
              </a:solidFill>
              <a:latin typeface="Calibri"/>
            </a:endParaRPr>
          </a:p>
          <a:p>
            <a:pPr marL="406800" indent="-324000">
              <a:spcAft>
                <a:spcPts val="1134"/>
              </a:spcAft>
              <a:buClr>
                <a:srgbClr val="000000"/>
              </a:buClr>
              <a:buSzPct val="45000"/>
              <a:buFont typeface="Wingdings" charset="2"/>
              <a:buChar char=""/>
            </a:pPr>
            <a:r>
              <a:rPr lang="fr-FR" sz="2400" spc="-1" dirty="0">
                <a:solidFill>
                  <a:srgbClr val="376092"/>
                </a:solidFill>
                <a:latin typeface="Calibri"/>
              </a:rPr>
              <a:t>On peut déjà comprendre à quoi va ressembler la courbe d'après les informations du tableau :</a:t>
            </a:r>
          </a:p>
          <a:p>
            <a:pPr marL="864000" lvl="1" indent="-324000">
              <a:spcAft>
                <a:spcPts val="1134"/>
              </a:spcAft>
              <a:buClr>
                <a:srgbClr val="000000"/>
              </a:buClr>
              <a:buSzPct val="45000"/>
              <a:buFont typeface="Wingdings" charset="2"/>
              <a:buChar char=""/>
            </a:pPr>
            <a:r>
              <a:rPr lang="fr-FR" sz="2400" spc="-1" dirty="0">
                <a:solidFill>
                  <a:srgbClr val="376092"/>
                </a:solidFill>
                <a:latin typeface="Calibri"/>
              </a:rPr>
              <a:t>Sur quels intervalles est-elle croissante ?</a:t>
            </a:r>
          </a:p>
          <a:p>
            <a:pPr marL="864000" lvl="1" indent="-324000">
              <a:spcAft>
                <a:spcPts val="1134"/>
              </a:spcAft>
              <a:buClr>
                <a:srgbClr val="000000"/>
              </a:buClr>
              <a:buSzPct val="45000"/>
              <a:buFont typeface="Wingdings" charset="2"/>
              <a:buChar char=""/>
            </a:pPr>
            <a:r>
              <a:rPr lang="fr-FR" sz="2400" spc="-1" dirty="0">
                <a:solidFill>
                  <a:srgbClr val="376092"/>
                </a:solidFill>
                <a:latin typeface="Calibri"/>
              </a:rPr>
              <a:t>Sur quels intervalles est-elle décroissante ?</a:t>
            </a:r>
          </a:p>
          <a:p>
            <a:pPr marL="406800" indent="-324000">
              <a:spcAft>
                <a:spcPts val="1134"/>
              </a:spcAft>
              <a:buClr>
                <a:srgbClr val="000000"/>
              </a:buClr>
              <a:buSzPct val="45000"/>
              <a:buFont typeface="Wingdings" charset="2"/>
              <a:buChar char=""/>
            </a:pPr>
            <a:endParaRPr lang="fr-FR" sz="2400" spc="-1" dirty="0">
              <a:solidFill>
                <a:srgbClr val="376092"/>
              </a:solidFill>
              <a:latin typeface="Calibri"/>
            </a:endParaRPr>
          </a:p>
          <a:p>
            <a:pPr marL="82800">
              <a:spcAft>
                <a:spcPts val="1134"/>
              </a:spcAft>
              <a:buClr>
                <a:srgbClr val="000000"/>
              </a:buClr>
              <a:buSzPct val="45000"/>
            </a:pPr>
            <a:endParaRPr lang="fr-FR" sz="2400" spc="-1" dirty="0">
              <a:solidFill>
                <a:srgbClr val="376092"/>
              </a:solidFill>
              <a:latin typeface="Calibri"/>
            </a:endParaRPr>
          </a:p>
          <a:p>
            <a:pPr marL="381600" indent="-288000">
              <a:spcAft>
                <a:spcPts val="850"/>
              </a:spcAft>
              <a:buClr>
                <a:srgbClr val="000000"/>
              </a:buClr>
              <a:buSzPct val="75000"/>
              <a:buFont typeface="Symbol" charset="2"/>
              <a:buChar char=""/>
            </a:pPr>
            <a:endParaRPr lang="en-US" sz="2400" b="0" strike="noStrike" spc="-1" dirty="0">
              <a:solidFill>
                <a:srgbClr val="376092"/>
              </a:solidFill>
              <a:latin typeface="Calibri"/>
            </a:endParaRPr>
          </a:p>
        </p:txBody>
      </p:sp>
      <p:pic>
        <p:nvPicPr>
          <p:cNvPr id="2" name="Image 1">
            <a:extLst>
              <a:ext uri="{FF2B5EF4-FFF2-40B4-BE49-F238E27FC236}">
                <a16:creationId xmlns:a16="http://schemas.microsoft.com/office/drawing/2014/main" id="{61C14398-D656-F940-DEB7-8476DBF80F10}"/>
              </a:ext>
            </a:extLst>
          </p:cNvPr>
          <p:cNvPicPr>
            <a:picLocks noChangeAspect="1"/>
          </p:cNvPicPr>
          <p:nvPr/>
        </p:nvPicPr>
        <p:blipFill>
          <a:blip r:embed="rId2"/>
          <a:stretch>
            <a:fillRect/>
          </a:stretch>
        </p:blipFill>
        <p:spPr>
          <a:xfrm>
            <a:off x="263887" y="2562138"/>
            <a:ext cx="8297106" cy="1733724"/>
          </a:xfrm>
          <a:prstGeom prst="rect">
            <a:avLst/>
          </a:prstGeom>
        </p:spPr>
      </p:pic>
    </p:spTree>
    <p:extLst>
      <p:ext uri="{BB962C8B-B14F-4D97-AF65-F5344CB8AC3E}">
        <p14:creationId xmlns:p14="http://schemas.microsoft.com/office/powerpoint/2010/main" val="38255053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A8EA2-49E9-89E6-6508-696D102DE115}"/>
            </a:ext>
          </a:extLst>
        </p:cNvPr>
        <p:cNvGrpSpPr/>
        <p:nvPr/>
      </p:nvGrpSpPr>
      <p:grpSpPr>
        <a:xfrm>
          <a:off x="0" y="0"/>
          <a:ext cx="0" cy="0"/>
          <a:chOff x="0" y="0"/>
          <a:chExt cx="0" cy="0"/>
        </a:xfrm>
      </p:grpSpPr>
      <p:sp>
        <p:nvSpPr>
          <p:cNvPr id="135" name="TextShape 1">
            <a:extLst>
              <a:ext uri="{FF2B5EF4-FFF2-40B4-BE49-F238E27FC236}">
                <a16:creationId xmlns:a16="http://schemas.microsoft.com/office/drawing/2014/main" id="{DEFF8113-ABA6-F538-AC2C-DCAA2D673560}"/>
              </a:ext>
            </a:extLst>
          </p:cNvPr>
          <p:cNvSpPr txBox="1"/>
          <p:nvPr/>
        </p:nvSpPr>
        <p:spPr>
          <a:xfrm>
            <a:off x="457200" y="274680"/>
            <a:ext cx="8229240" cy="1142640"/>
          </a:xfrm>
          <a:prstGeom prst="rect">
            <a:avLst/>
          </a:prstGeom>
          <a:noFill/>
          <a:ln w="0">
            <a:noFill/>
          </a:ln>
        </p:spPr>
        <p:txBody>
          <a:bodyPr lIns="0" tIns="0" rIns="0" bIns="0">
            <a:noAutofit/>
          </a:bodyPr>
          <a:lstStyle/>
          <a:p>
            <a:r>
              <a:rPr lang="fr-FR" sz="3200" spc="-1" dirty="0">
                <a:solidFill>
                  <a:srgbClr val="376092"/>
                </a:solidFill>
              </a:rPr>
              <a:t>Lecture d'un tableau de signe </a:t>
            </a:r>
            <a:r>
              <a:rPr lang="fr-FR" sz="3200" spc="-1" dirty="0">
                <a:solidFill>
                  <a:srgbClr val="376092"/>
                </a:solidFill>
                <a:latin typeface="Arial"/>
              </a:rPr>
              <a:t>: </a:t>
            </a:r>
            <a:endParaRPr lang="en-US" sz="3200" b="0" strike="noStrike" spc="-1" dirty="0">
              <a:solidFill>
                <a:srgbClr val="376092"/>
              </a:solidFill>
              <a:latin typeface="Arial"/>
            </a:endParaRPr>
          </a:p>
        </p:txBody>
      </p:sp>
      <p:sp>
        <p:nvSpPr>
          <p:cNvPr id="136" name="TextShape 2">
            <a:extLst>
              <a:ext uri="{FF2B5EF4-FFF2-40B4-BE49-F238E27FC236}">
                <a16:creationId xmlns:a16="http://schemas.microsoft.com/office/drawing/2014/main" id="{625AAAB2-9225-A3FC-23FE-1DACF3A0C4DF}"/>
              </a:ext>
            </a:extLst>
          </p:cNvPr>
          <p:cNvSpPr txBox="1"/>
          <p:nvPr/>
        </p:nvSpPr>
        <p:spPr>
          <a:xfrm>
            <a:off x="457200" y="1233996"/>
            <a:ext cx="8229240" cy="4891764"/>
          </a:xfrm>
          <a:prstGeom prst="rect">
            <a:avLst/>
          </a:prstGeom>
          <a:noFill/>
          <a:ln w="0">
            <a:noFill/>
          </a:ln>
        </p:spPr>
        <p:txBody>
          <a:bodyPr lIns="0" tIns="0" rIns="0" bIns="0">
            <a:noAutofit/>
          </a:bodyPr>
          <a:lstStyle/>
          <a:p>
            <a:pPr marL="406800" indent="-324000">
              <a:spcAft>
                <a:spcPts val="1134"/>
              </a:spcAft>
              <a:buClr>
                <a:srgbClr val="000000"/>
              </a:buClr>
              <a:buSzPct val="45000"/>
              <a:buFont typeface="Wingdings" charset="2"/>
              <a:buChar char=""/>
            </a:pPr>
            <a:r>
              <a:rPr lang="fr-FR" sz="2400" spc="-1" dirty="0">
                <a:solidFill>
                  <a:srgbClr val="376092"/>
                </a:solidFill>
                <a:latin typeface="Calibri"/>
              </a:rPr>
              <a:t>La lecture d'un tableau de variation nous permet également de déterminer la présence d'une solution.</a:t>
            </a:r>
          </a:p>
          <a:p>
            <a:pPr marL="406800" indent="-324000">
              <a:spcAft>
                <a:spcPts val="1134"/>
              </a:spcAft>
              <a:buClr>
                <a:srgbClr val="000000"/>
              </a:buClr>
              <a:buSzPct val="45000"/>
              <a:buFont typeface="Wingdings" charset="2"/>
              <a:buChar char=""/>
            </a:pPr>
            <a:r>
              <a:rPr lang="fr-FR" sz="2400" spc="-1" dirty="0">
                <a:solidFill>
                  <a:srgbClr val="376092"/>
                </a:solidFill>
                <a:latin typeface="Calibri"/>
              </a:rPr>
              <a:t>En effet, si f est strictement décroissante sur ]a, b[ et k appartient à ]f(a) , f(b) [ alors f(x) = k admet une seule solution.</a:t>
            </a:r>
          </a:p>
          <a:p>
            <a:pPr marL="406800" indent="-324000">
              <a:spcAft>
                <a:spcPts val="1134"/>
              </a:spcAft>
              <a:buClr>
                <a:srgbClr val="000000"/>
              </a:buClr>
              <a:buSzPct val="45000"/>
              <a:buFont typeface="Wingdings" charset="2"/>
              <a:buChar char=""/>
            </a:pPr>
            <a:r>
              <a:rPr lang="fr-FR" sz="2400" spc="-1" dirty="0">
                <a:solidFill>
                  <a:srgbClr val="376092"/>
                </a:solidFill>
                <a:latin typeface="Calibri"/>
              </a:rPr>
              <a:t>De même, si f est strictement croissante sur ]a, b[ et k appartient à ]f(a) , f(b) [ alors f(x) = k admet une seule solution.</a:t>
            </a:r>
          </a:p>
          <a:p>
            <a:pPr marL="406800" indent="-324000">
              <a:spcAft>
                <a:spcPts val="1134"/>
              </a:spcAft>
              <a:buClr>
                <a:srgbClr val="000000"/>
              </a:buClr>
              <a:buSzPct val="45000"/>
              <a:buFont typeface="Wingdings" charset="2"/>
              <a:buChar char=""/>
            </a:pPr>
            <a:endParaRPr lang="fr-FR" sz="2400" spc="-1" dirty="0">
              <a:solidFill>
                <a:srgbClr val="376092"/>
              </a:solidFill>
              <a:latin typeface="Calibri"/>
            </a:endParaRPr>
          </a:p>
          <a:p>
            <a:pPr marL="406800" indent="-324000">
              <a:spcAft>
                <a:spcPts val="1134"/>
              </a:spcAft>
              <a:buClr>
                <a:srgbClr val="000000"/>
              </a:buClr>
              <a:buSzPct val="45000"/>
              <a:buFont typeface="Wingdings" charset="2"/>
              <a:buChar char=""/>
            </a:pPr>
            <a:endParaRPr lang="fr-FR" sz="2400" spc="-1" dirty="0">
              <a:solidFill>
                <a:srgbClr val="376092"/>
              </a:solidFill>
              <a:latin typeface="Calibri"/>
            </a:endParaRPr>
          </a:p>
          <a:p>
            <a:pPr marL="406800" indent="-324000">
              <a:spcAft>
                <a:spcPts val="1134"/>
              </a:spcAft>
              <a:buClr>
                <a:srgbClr val="000000"/>
              </a:buClr>
              <a:buSzPct val="45000"/>
              <a:buFont typeface="Wingdings" charset="2"/>
              <a:buChar char=""/>
            </a:pPr>
            <a:endParaRPr lang="fr-FR" sz="2400" spc="-1" dirty="0">
              <a:solidFill>
                <a:srgbClr val="376092"/>
              </a:solidFill>
              <a:latin typeface="Calibri"/>
            </a:endParaRPr>
          </a:p>
          <a:p>
            <a:pPr marL="406800" indent="-324000">
              <a:spcAft>
                <a:spcPts val="1134"/>
              </a:spcAft>
              <a:buClr>
                <a:srgbClr val="000000"/>
              </a:buClr>
              <a:buSzPct val="45000"/>
              <a:buFont typeface="Wingdings" charset="2"/>
              <a:buChar char=""/>
            </a:pPr>
            <a:r>
              <a:rPr lang="fr-FR" sz="2400" spc="-1" dirty="0">
                <a:solidFill>
                  <a:srgbClr val="376092"/>
                </a:solidFill>
                <a:latin typeface="Calibri"/>
              </a:rPr>
              <a:t>Même si on ne connait pas x tel que f(x) = k, le tableau de variation nous permet de confirmer l'existence d'une solution.</a:t>
            </a:r>
          </a:p>
          <a:p>
            <a:pPr marL="406800" indent="-324000">
              <a:spcAft>
                <a:spcPts val="1134"/>
              </a:spcAft>
              <a:buClr>
                <a:srgbClr val="000000"/>
              </a:buClr>
              <a:buSzPct val="45000"/>
              <a:buFont typeface="Wingdings" charset="2"/>
              <a:buChar char=""/>
            </a:pPr>
            <a:endParaRPr lang="fr-FR" sz="2400" spc="-1" dirty="0">
              <a:solidFill>
                <a:srgbClr val="376092"/>
              </a:solidFill>
              <a:latin typeface="Calibri"/>
            </a:endParaRPr>
          </a:p>
          <a:p>
            <a:pPr marL="406800" indent="-324000">
              <a:spcAft>
                <a:spcPts val="1134"/>
              </a:spcAft>
              <a:buClr>
                <a:srgbClr val="000000"/>
              </a:buClr>
              <a:buSzPct val="45000"/>
              <a:buFont typeface="Wingdings" charset="2"/>
              <a:buChar char=""/>
            </a:pPr>
            <a:endParaRPr lang="fr-FR" sz="2400" spc="-1" dirty="0">
              <a:solidFill>
                <a:srgbClr val="376092"/>
              </a:solidFill>
              <a:latin typeface="Calibri"/>
            </a:endParaRPr>
          </a:p>
          <a:p>
            <a:pPr marL="82800">
              <a:spcAft>
                <a:spcPts val="1134"/>
              </a:spcAft>
              <a:buClr>
                <a:srgbClr val="000000"/>
              </a:buClr>
              <a:buSzPct val="45000"/>
            </a:pPr>
            <a:endParaRPr lang="fr-FR" sz="2400" spc="-1" dirty="0">
              <a:solidFill>
                <a:srgbClr val="376092"/>
              </a:solidFill>
              <a:latin typeface="Calibri"/>
            </a:endParaRPr>
          </a:p>
          <a:p>
            <a:pPr marL="381600" indent="-288000">
              <a:spcAft>
                <a:spcPts val="850"/>
              </a:spcAft>
              <a:buClr>
                <a:srgbClr val="000000"/>
              </a:buClr>
              <a:buSzPct val="75000"/>
              <a:buFont typeface="Symbol" charset="2"/>
              <a:buChar char=""/>
            </a:pPr>
            <a:endParaRPr lang="en-US" sz="2400" b="0" strike="noStrike" spc="-1" dirty="0">
              <a:solidFill>
                <a:srgbClr val="376092"/>
              </a:solidFill>
              <a:latin typeface="Calibri"/>
            </a:endParaRPr>
          </a:p>
        </p:txBody>
      </p:sp>
      <p:graphicFrame>
        <p:nvGraphicFramePr>
          <p:cNvPr id="14" name="Objet 13">
            <a:extLst>
              <a:ext uri="{FF2B5EF4-FFF2-40B4-BE49-F238E27FC236}">
                <a16:creationId xmlns:a16="http://schemas.microsoft.com/office/drawing/2014/main" id="{09497471-B16B-9874-3A33-23EE8D54ECDB}"/>
              </a:ext>
            </a:extLst>
          </p:cNvPr>
          <p:cNvGraphicFramePr>
            <a:graphicFrameLocks noChangeAspect="1"/>
          </p:cNvGraphicFramePr>
          <p:nvPr>
            <p:extLst>
              <p:ext uri="{D42A27DB-BD31-4B8C-83A1-F6EECF244321}">
                <p14:modId xmlns:p14="http://schemas.microsoft.com/office/powerpoint/2010/main" val="2710444802"/>
              </p:ext>
            </p:extLst>
          </p:nvPr>
        </p:nvGraphicFramePr>
        <p:xfrm>
          <a:off x="361950" y="3894358"/>
          <a:ext cx="8603407" cy="1142640"/>
        </p:xfrm>
        <a:graphic>
          <a:graphicData uri="http://schemas.openxmlformats.org/presentationml/2006/ole">
            <mc:AlternateContent xmlns:mc="http://schemas.openxmlformats.org/markup-compatibility/2006">
              <mc:Choice xmlns:v="urn:schemas-microsoft-com:vml" Requires="v">
                <p:oleObj spid="_x0000_s7180" name="Worksheet" r:id="rId3" imgW="14849435" imgH="1971734" progId="Excel.Sheet.12">
                  <p:embed/>
                </p:oleObj>
              </mc:Choice>
              <mc:Fallback>
                <p:oleObj name="Worksheet" r:id="rId3" imgW="14849435" imgH="1971734" progId="Excel.Sheet.12">
                  <p:embed/>
                  <p:pic>
                    <p:nvPicPr>
                      <p:cNvPr id="0" name=""/>
                      <p:cNvPicPr/>
                      <p:nvPr/>
                    </p:nvPicPr>
                    <p:blipFill>
                      <a:blip r:embed="rId4"/>
                      <a:stretch>
                        <a:fillRect/>
                      </a:stretch>
                    </p:blipFill>
                    <p:spPr>
                      <a:xfrm>
                        <a:off x="361950" y="3894358"/>
                        <a:ext cx="8603407" cy="1142640"/>
                      </a:xfrm>
                      <a:prstGeom prst="rect">
                        <a:avLst/>
                      </a:prstGeom>
                    </p:spPr>
                  </p:pic>
                </p:oleObj>
              </mc:Fallback>
            </mc:AlternateContent>
          </a:graphicData>
        </a:graphic>
      </p:graphicFrame>
    </p:spTree>
    <p:extLst>
      <p:ext uri="{BB962C8B-B14F-4D97-AF65-F5344CB8AC3E}">
        <p14:creationId xmlns:p14="http://schemas.microsoft.com/office/powerpoint/2010/main" val="19301605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FAED33-2BC9-2389-C530-D1422977AE9E}"/>
            </a:ext>
          </a:extLst>
        </p:cNvPr>
        <p:cNvGrpSpPr/>
        <p:nvPr/>
      </p:nvGrpSpPr>
      <p:grpSpPr>
        <a:xfrm>
          <a:off x="0" y="0"/>
          <a:ext cx="0" cy="0"/>
          <a:chOff x="0" y="0"/>
          <a:chExt cx="0" cy="0"/>
        </a:xfrm>
      </p:grpSpPr>
      <p:sp>
        <p:nvSpPr>
          <p:cNvPr id="135" name="TextShape 1">
            <a:extLst>
              <a:ext uri="{FF2B5EF4-FFF2-40B4-BE49-F238E27FC236}">
                <a16:creationId xmlns:a16="http://schemas.microsoft.com/office/drawing/2014/main" id="{265024DB-EE6C-3A75-73EB-ECADD9B17965}"/>
              </a:ext>
            </a:extLst>
          </p:cNvPr>
          <p:cNvSpPr txBox="1"/>
          <p:nvPr/>
        </p:nvSpPr>
        <p:spPr>
          <a:xfrm>
            <a:off x="457200" y="274680"/>
            <a:ext cx="8229240" cy="1142640"/>
          </a:xfrm>
          <a:prstGeom prst="rect">
            <a:avLst/>
          </a:prstGeom>
          <a:noFill/>
          <a:ln w="0">
            <a:noFill/>
          </a:ln>
        </p:spPr>
        <p:txBody>
          <a:bodyPr lIns="0" tIns="0" rIns="0" bIns="0">
            <a:noAutofit/>
          </a:bodyPr>
          <a:lstStyle/>
          <a:p>
            <a:r>
              <a:rPr lang="fr-FR" sz="3200" spc="-1" dirty="0">
                <a:solidFill>
                  <a:srgbClr val="376092"/>
                </a:solidFill>
              </a:rPr>
              <a:t>Logarithme népérien et exponentielle </a:t>
            </a:r>
            <a:r>
              <a:rPr lang="fr-FR" sz="3200" spc="-1" dirty="0">
                <a:solidFill>
                  <a:srgbClr val="376092"/>
                </a:solidFill>
                <a:latin typeface="Arial"/>
              </a:rPr>
              <a:t>: </a:t>
            </a:r>
            <a:endParaRPr lang="en-US" sz="3200" b="0" strike="noStrike" spc="-1" dirty="0">
              <a:solidFill>
                <a:srgbClr val="376092"/>
              </a:solidFill>
              <a:latin typeface="Arial"/>
            </a:endParaRPr>
          </a:p>
        </p:txBody>
      </p:sp>
      <p:sp>
        <p:nvSpPr>
          <p:cNvPr id="136" name="TextShape 2">
            <a:extLst>
              <a:ext uri="{FF2B5EF4-FFF2-40B4-BE49-F238E27FC236}">
                <a16:creationId xmlns:a16="http://schemas.microsoft.com/office/drawing/2014/main" id="{86193382-9C23-55D6-4131-29180B3EF632}"/>
              </a:ext>
            </a:extLst>
          </p:cNvPr>
          <p:cNvSpPr txBox="1"/>
          <p:nvPr/>
        </p:nvSpPr>
        <p:spPr>
          <a:xfrm>
            <a:off x="457200" y="1233996"/>
            <a:ext cx="8229240" cy="4891764"/>
          </a:xfrm>
          <a:prstGeom prst="rect">
            <a:avLst/>
          </a:prstGeom>
          <a:noFill/>
          <a:ln w="0">
            <a:noFill/>
          </a:ln>
        </p:spPr>
        <p:txBody>
          <a:bodyPr lIns="0" tIns="0" rIns="0" bIns="0">
            <a:noAutofit/>
          </a:bodyPr>
          <a:lstStyle/>
          <a:p>
            <a:pPr marL="406800" indent="-324000">
              <a:spcAft>
                <a:spcPts val="1134"/>
              </a:spcAft>
              <a:buClr>
                <a:srgbClr val="000000"/>
              </a:buClr>
              <a:buSzPct val="45000"/>
              <a:buFont typeface="Wingdings" charset="2"/>
              <a:buChar char=""/>
            </a:pPr>
            <a:r>
              <a:rPr lang="fr-FR" sz="2400" spc="-1" dirty="0">
                <a:solidFill>
                  <a:srgbClr val="376092"/>
                </a:solidFill>
                <a:latin typeface="Calibri"/>
              </a:rPr>
              <a:t>La fonction exponentielle se trouve dans pas mal de notions du BTS CG comme :</a:t>
            </a:r>
          </a:p>
          <a:p>
            <a:pPr marL="864000" lvl="1" indent="-324000">
              <a:spcAft>
                <a:spcPts val="1134"/>
              </a:spcAft>
              <a:buClr>
                <a:srgbClr val="000000"/>
              </a:buClr>
              <a:buSzPct val="45000"/>
              <a:buFont typeface="Wingdings" charset="2"/>
              <a:buChar char=""/>
            </a:pPr>
            <a:r>
              <a:rPr lang="fr-FR" sz="2400" spc="-1" dirty="0">
                <a:solidFill>
                  <a:srgbClr val="376092"/>
                </a:solidFill>
                <a:latin typeface="Calibri"/>
              </a:rPr>
              <a:t>Les intérêts composés</a:t>
            </a:r>
          </a:p>
          <a:p>
            <a:pPr marL="864000" lvl="1" indent="-324000">
              <a:spcAft>
                <a:spcPts val="1134"/>
              </a:spcAft>
              <a:buClr>
                <a:srgbClr val="000000"/>
              </a:buClr>
              <a:buSzPct val="45000"/>
              <a:buFont typeface="Wingdings" charset="2"/>
              <a:buChar char=""/>
            </a:pPr>
            <a:r>
              <a:rPr lang="fr-FR" sz="2400" spc="-1" dirty="0">
                <a:solidFill>
                  <a:srgbClr val="376092"/>
                </a:solidFill>
                <a:latin typeface="Calibri"/>
              </a:rPr>
              <a:t>La croissance économique :</a:t>
            </a:r>
          </a:p>
          <a:p>
            <a:pPr marL="1321200" lvl="2" indent="-324000">
              <a:spcAft>
                <a:spcPts val="1134"/>
              </a:spcAft>
              <a:buClr>
                <a:srgbClr val="000000"/>
              </a:buClr>
              <a:buSzPct val="45000"/>
              <a:buFont typeface="Wingdings" charset="2"/>
              <a:buChar char=""/>
            </a:pPr>
            <a:r>
              <a:rPr lang="fr-FR" sz="2400" spc="-1" dirty="0">
                <a:solidFill>
                  <a:srgbClr val="376092"/>
                </a:solidFill>
                <a:latin typeface="Calibri"/>
              </a:rPr>
              <a:t>Quand la croissance est proportionnelle à la valeur présente, on est dans un modèle exponentiel</a:t>
            </a:r>
          </a:p>
          <a:p>
            <a:pPr marL="406800" indent="-324000">
              <a:spcAft>
                <a:spcPts val="1134"/>
              </a:spcAft>
              <a:buClr>
                <a:srgbClr val="000000"/>
              </a:buClr>
              <a:buSzPct val="45000"/>
              <a:buFont typeface="Wingdings" charset="2"/>
              <a:buChar char=""/>
            </a:pPr>
            <a:r>
              <a:rPr lang="fr-FR" sz="2400" spc="-1" dirty="0">
                <a:solidFill>
                  <a:srgbClr val="376092"/>
                </a:solidFill>
                <a:latin typeface="Calibri"/>
              </a:rPr>
              <a:t>La fonction ln() est l'inverse de la fonction exponentielle et permet donc de résoudre des équations du type :</a:t>
            </a:r>
          </a:p>
          <a:p>
            <a:pPr marL="864000" lvl="1" indent="-324000">
              <a:spcAft>
                <a:spcPts val="1134"/>
              </a:spcAft>
              <a:buClr>
                <a:srgbClr val="000000"/>
              </a:buClr>
              <a:buSzPct val="45000"/>
              <a:buFont typeface="Wingdings" charset="2"/>
              <a:buChar char=""/>
            </a:pPr>
            <a:r>
              <a:rPr lang="fr-FR" sz="2400" spc="-1" dirty="0">
                <a:solidFill>
                  <a:srgbClr val="376092"/>
                </a:solidFill>
                <a:latin typeface="Calibri"/>
              </a:rPr>
              <a:t>2*e</a:t>
            </a:r>
            <a:r>
              <a:rPr lang="fr-FR" sz="2400" spc="-1" baseline="30000" dirty="0">
                <a:solidFill>
                  <a:srgbClr val="376092"/>
                </a:solidFill>
                <a:latin typeface="Calibri"/>
              </a:rPr>
              <a:t>3x</a:t>
            </a:r>
            <a:r>
              <a:rPr lang="fr-FR" sz="2400" spc="-1" dirty="0">
                <a:solidFill>
                  <a:srgbClr val="376092"/>
                </a:solidFill>
                <a:latin typeface="Calibri"/>
              </a:rPr>
              <a:t> = 5</a:t>
            </a:r>
          </a:p>
          <a:p>
            <a:pPr marL="406800" indent="-324000">
              <a:spcAft>
                <a:spcPts val="1134"/>
              </a:spcAft>
              <a:buClr>
                <a:srgbClr val="000000"/>
              </a:buClr>
              <a:buSzPct val="45000"/>
              <a:buFont typeface="Wingdings" charset="2"/>
              <a:buChar char=""/>
            </a:pPr>
            <a:endParaRPr lang="fr-FR" sz="2400" spc="-1" dirty="0">
              <a:solidFill>
                <a:srgbClr val="376092"/>
              </a:solidFill>
              <a:latin typeface="Calibri"/>
            </a:endParaRPr>
          </a:p>
          <a:p>
            <a:pPr marL="406800" indent="-324000">
              <a:spcAft>
                <a:spcPts val="1134"/>
              </a:spcAft>
              <a:buClr>
                <a:srgbClr val="000000"/>
              </a:buClr>
              <a:buSzPct val="45000"/>
              <a:buFont typeface="Wingdings" charset="2"/>
              <a:buChar char=""/>
            </a:pPr>
            <a:endParaRPr lang="fr-FR" sz="2400" spc="-1" dirty="0">
              <a:solidFill>
                <a:srgbClr val="376092"/>
              </a:solidFill>
              <a:latin typeface="Calibri"/>
            </a:endParaRPr>
          </a:p>
          <a:p>
            <a:pPr marL="82800">
              <a:spcAft>
                <a:spcPts val="1134"/>
              </a:spcAft>
              <a:buClr>
                <a:srgbClr val="000000"/>
              </a:buClr>
              <a:buSzPct val="45000"/>
            </a:pPr>
            <a:endParaRPr lang="fr-FR" sz="2400" spc="-1" dirty="0">
              <a:solidFill>
                <a:srgbClr val="376092"/>
              </a:solidFill>
              <a:latin typeface="Calibri"/>
            </a:endParaRPr>
          </a:p>
          <a:p>
            <a:pPr marL="381600" indent="-288000">
              <a:spcAft>
                <a:spcPts val="850"/>
              </a:spcAft>
              <a:buClr>
                <a:srgbClr val="000000"/>
              </a:buClr>
              <a:buSzPct val="75000"/>
              <a:buFont typeface="Symbol" charset="2"/>
              <a:buChar char=""/>
            </a:pPr>
            <a:endParaRPr lang="en-US" sz="2400" b="0" strike="noStrike" spc="-1" dirty="0">
              <a:solidFill>
                <a:srgbClr val="376092"/>
              </a:solidFill>
              <a:latin typeface="Calibri"/>
            </a:endParaRPr>
          </a:p>
        </p:txBody>
      </p:sp>
    </p:spTree>
    <p:extLst>
      <p:ext uri="{BB962C8B-B14F-4D97-AF65-F5344CB8AC3E}">
        <p14:creationId xmlns:p14="http://schemas.microsoft.com/office/powerpoint/2010/main" val="19081490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9CD92-06A1-EB7B-4A72-1F19FF8265F4}"/>
            </a:ext>
          </a:extLst>
        </p:cNvPr>
        <p:cNvGrpSpPr/>
        <p:nvPr/>
      </p:nvGrpSpPr>
      <p:grpSpPr>
        <a:xfrm>
          <a:off x="0" y="0"/>
          <a:ext cx="0" cy="0"/>
          <a:chOff x="0" y="0"/>
          <a:chExt cx="0" cy="0"/>
        </a:xfrm>
      </p:grpSpPr>
      <p:sp>
        <p:nvSpPr>
          <p:cNvPr id="135" name="TextShape 1">
            <a:extLst>
              <a:ext uri="{FF2B5EF4-FFF2-40B4-BE49-F238E27FC236}">
                <a16:creationId xmlns:a16="http://schemas.microsoft.com/office/drawing/2014/main" id="{A379BAA9-B616-585F-6C43-DC0203BE1592}"/>
              </a:ext>
            </a:extLst>
          </p:cNvPr>
          <p:cNvSpPr txBox="1"/>
          <p:nvPr/>
        </p:nvSpPr>
        <p:spPr>
          <a:xfrm>
            <a:off x="457200" y="274680"/>
            <a:ext cx="8229240" cy="1142640"/>
          </a:xfrm>
          <a:prstGeom prst="rect">
            <a:avLst/>
          </a:prstGeom>
          <a:noFill/>
          <a:ln w="0">
            <a:noFill/>
          </a:ln>
        </p:spPr>
        <p:txBody>
          <a:bodyPr lIns="0" tIns="0" rIns="0" bIns="0">
            <a:noAutofit/>
          </a:bodyPr>
          <a:lstStyle/>
          <a:p>
            <a:r>
              <a:rPr lang="fr-FR" sz="3200" spc="-1" dirty="0">
                <a:solidFill>
                  <a:srgbClr val="376092"/>
                </a:solidFill>
              </a:rPr>
              <a:t>Logarithme népérien et exponentielle </a:t>
            </a:r>
            <a:r>
              <a:rPr lang="fr-FR" sz="3200" spc="-1" dirty="0">
                <a:solidFill>
                  <a:srgbClr val="376092"/>
                </a:solidFill>
                <a:latin typeface="Arial"/>
              </a:rPr>
              <a:t>: </a:t>
            </a:r>
            <a:endParaRPr lang="en-US" sz="3200" b="0" strike="noStrike" spc="-1" dirty="0">
              <a:solidFill>
                <a:srgbClr val="376092"/>
              </a:solidFill>
              <a:latin typeface="Arial"/>
            </a:endParaRPr>
          </a:p>
        </p:txBody>
      </p:sp>
      <mc:AlternateContent xmlns:mc="http://schemas.openxmlformats.org/markup-compatibility/2006">
        <mc:Choice xmlns:a14="http://schemas.microsoft.com/office/drawing/2010/main" Requires="a14">
          <p:sp>
            <p:nvSpPr>
              <p:cNvPr id="136" name="TextShape 2">
                <a:extLst>
                  <a:ext uri="{FF2B5EF4-FFF2-40B4-BE49-F238E27FC236}">
                    <a16:creationId xmlns:a16="http://schemas.microsoft.com/office/drawing/2014/main" id="{9F294D08-9652-8FE8-4EE6-74C11B12E13A}"/>
                  </a:ext>
                </a:extLst>
              </p:cNvPr>
              <p:cNvSpPr txBox="1"/>
              <p:nvPr/>
            </p:nvSpPr>
            <p:spPr>
              <a:xfrm>
                <a:off x="457200" y="1233996"/>
                <a:ext cx="8229240" cy="4891764"/>
              </a:xfrm>
              <a:prstGeom prst="rect">
                <a:avLst/>
              </a:prstGeom>
              <a:noFill/>
              <a:ln w="0">
                <a:noFill/>
              </a:ln>
            </p:spPr>
            <p:txBody>
              <a:bodyPr lIns="0" tIns="0" rIns="0" bIns="0">
                <a:noAutofit/>
              </a:bodyPr>
              <a:lstStyle/>
              <a:p>
                <a:pPr marL="406800" indent="-324000">
                  <a:spcAft>
                    <a:spcPts val="1134"/>
                  </a:spcAft>
                  <a:buClr>
                    <a:srgbClr val="000000"/>
                  </a:buClr>
                  <a:buSzPct val="45000"/>
                  <a:buFont typeface="Wingdings" charset="2"/>
                  <a:buChar char=""/>
                </a:pPr>
                <a:r>
                  <a:rPr lang="fr-FR" sz="2400" spc="-1" dirty="0">
                    <a:solidFill>
                      <a:srgbClr val="376092"/>
                    </a:solidFill>
                    <a:latin typeface="Calibri"/>
                  </a:rPr>
                  <a:t>La fonction ln() est définie sur l'intervalle ]0; + </a:t>
                </a:r>
                <a14:m>
                  <m:oMath xmlns:m="http://schemas.openxmlformats.org/officeDocument/2006/math">
                    <m:r>
                      <a:rPr lang="fr-FR" sz="2400" spc="-1" smtClean="0">
                        <a:solidFill>
                          <a:srgbClr val="376092"/>
                        </a:solidFill>
                        <a:latin typeface="Cambria Math" panose="02040503050406030204" pitchFamily="18" charset="0"/>
                      </a:rPr>
                      <m:t>∞</m:t>
                    </m:r>
                  </m:oMath>
                </a14:m>
                <a:r>
                  <a:rPr lang="fr-FR" sz="2400" spc="-1" dirty="0">
                    <a:solidFill>
                      <a:srgbClr val="376092"/>
                    </a:solidFill>
                    <a:latin typeface="Calibri"/>
                  </a:rPr>
                  <a:t>[, il n'est donc pas possible d'obtenir le logarithme népérien d'un nombre négatif ou nul.</a:t>
                </a:r>
              </a:p>
              <a:p>
                <a:pPr marL="406800" indent="-324000">
                  <a:spcAft>
                    <a:spcPts val="1134"/>
                  </a:spcAft>
                  <a:buClr>
                    <a:srgbClr val="000000"/>
                  </a:buClr>
                  <a:buSzPct val="45000"/>
                  <a:buFont typeface="Wingdings" charset="2"/>
                  <a:buChar char=""/>
                </a:pPr>
                <a:r>
                  <a:rPr lang="fr-FR" sz="2400" spc="-1" dirty="0">
                    <a:solidFill>
                      <a:srgbClr val="376092"/>
                    </a:solidFill>
                    <a:latin typeface="Calibri"/>
                  </a:rPr>
                  <a:t>La fonction ln() est strictement croissante sur ]0; + </a:t>
                </a:r>
                <a14:m>
                  <m:oMath xmlns:m="http://schemas.openxmlformats.org/officeDocument/2006/math">
                    <m:r>
                      <a:rPr lang="fr-FR" sz="2400" spc="-1">
                        <a:solidFill>
                          <a:srgbClr val="376092"/>
                        </a:solidFill>
                        <a:latin typeface="Cambria Math" panose="02040503050406030204" pitchFamily="18" charset="0"/>
                      </a:rPr>
                      <m:t>∞</m:t>
                    </m:r>
                  </m:oMath>
                </a14:m>
                <a:r>
                  <a:rPr lang="fr-FR" sz="2400" spc="-1" dirty="0">
                    <a:solidFill>
                      <a:srgbClr val="376092"/>
                    </a:solidFill>
                    <a:latin typeface="Calibri"/>
                  </a:rPr>
                  <a:t>[</a:t>
                </a:r>
              </a:p>
              <a:p>
                <a:pPr marL="406800" indent="-324000">
                  <a:spcAft>
                    <a:spcPts val="1134"/>
                  </a:spcAft>
                  <a:buClr>
                    <a:srgbClr val="000000"/>
                  </a:buClr>
                  <a:buSzPct val="45000"/>
                  <a:buFont typeface="Wingdings" charset="2"/>
                  <a:buChar char=""/>
                </a:pPr>
                <a:r>
                  <a:rPr lang="fr-FR" sz="2400" spc="-1" dirty="0">
                    <a:solidFill>
                      <a:srgbClr val="376092"/>
                    </a:solidFill>
                    <a:latin typeface="Calibri"/>
                  </a:rPr>
                  <a:t>La dérivée de f(x) = ln(x) est f'(x) = </a:t>
                </a:r>
                <a14:m>
                  <m:oMath xmlns:m="http://schemas.openxmlformats.org/officeDocument/2006/math">
                    <m:f>
                      <m:fPr>
                        <m:ctrlPr>
                          <a:rPr lang="fr-FR" sz="2400" spc="-1" smtClean="0">
                            <a:solidFill>
                              <a:srgbClr val="376092"/>
                            </a:solidFill>
                            <a:latin typeface="Cambria Math" panose="02040503050406030204" pitchFamily="18" charset="0"/>
                          </a:rPr>
                        </m:ctrlPr>
                      </m:fPr>
                      <m:num>
                        <m:r>
                          <a:rPr lang="fr-FR" sz="2400" spc="-1" smtClean="0">
                            <a:solidFill>
                              <a:srgbClr val="376092"/>
                            </a:solidFill>
                            <a:latin typeface="Cambria Math" panose="02040503050406030204" pitchFamily="18" charset="0"/>
                          </a:rPr>
                          <m:t>1</m:t>
                        </m:r>
                      </m:num>
                      <m:den>
                        <m:r>
                          <a:rPr lang="fr-FR" sz="2400" i="1" spc="-1" smtClean="0">
                            <a:solidFill>
                              <a:srgbClr val="376092"/>
                            </a:solidFill>
                            <a:latin typeface="Cambria Math" panose="02040503050406030204" pitchFamily="18" charset="0"/>
                          </a:rPr>
                          <m:t>𝑥</m:t>
                        </m:r>
                      </m:den>
                    </m:f>
                  </m:oMath>
                </a14:m>
                <a:endParaRPr lang="fr-FR" sz="2400" spc="-1" dirty="0">
                  <a:solidFill>
                    <a:srgbClr val="376092"/>
                  </a:solidFill>
                  <a:latin typeface="Calibri"/>
                </a:endParaRPr>
              </a:p>
              <a:p>
                <a:pPr marL="406800" indent="-324000">
                  <a:spcAft>
                    <a:spcPts val="1134"/>
                  </a:spcAft>
                  <a:buClr>
                    <a:srgbClr val="000000"/>
                  </a:buClr>
                  <a:buSzPct val="45000"/>
                  <a:buFont typeface="Wingdings" charset="2"/>
                  <a:buChar char=""/>
                </a:pPr>
                <a:r>
                  <a:rPr lang="fr-FR" sz="2400" spc="-1" dirty="0">
                    <a:solidFill>
                      <a:srgbClr val="376092"/>
                    </a:solidFill>
                    <a:latin typeface="Calibri"/>
                  </a:rPr>
                  <a:t>Le tableau de variation de la fonction ln() :  </a:t>
                </a:r>
              </a:p>
              <a:p>
                <a:pPr marL="406800" indent="-324000">
                  <a:spcAft>
                    <a:spcPts val="1134"/>
                  </a:spcAft>
                  <a:buClr>
                    <a:srgbClr val="000000"/>
                  </a:buClr>
                  <a:buSzPct val="45000"/>
                  <a:buFont typeface="Wingdings" charset="2"/>
                  <a:buChar char=""/>
                </a:pPr>
                <a:endParaRPr lang="fr-FR" sz="2400" spc="-1" dirty="0">
                  <a:solidFill>
                    <a:srgbClr val="376092"/>
                  </a:solidFill>
                  <a:latin typeface="Calibri"/>
                </a:endParaRPr>
              </a:p>
              <a:p>
                <a:pPr marL="406800" indent="-324000">
                  <a:spcAft>
                    <a:spcPts val="1134"/>
                  </a:spcAft>
                  <a:buClr>
                    <a:srgbClr val="000000"/>
                  </a:buClr>
                  <a:buSzPct val="45000"/>
                  <a:buFont typeface="Wingdings" charset="2"/>
                  <a:buChar char=""/>
                </a:pPr>
                <a:endParaRPr lang="fr-FR" sz="2400" spc="-1" dirty="0">
                  <a:solidFill>
                    <a:srgbClr val="376092"/>
                  </a:solidFill>
                  <a:latin typeface="Calibri"/>
                </a:endParaRPr>
              </a:p>
              <a:p>
                <a:pPr marL="82800">
                  <a:spcAft>
                    <a:spcPts val="1134"/>
                  </a:spcAft>
                  <a:buClr>
                    <a:srgbClr val="000000"/>
                  </a:buClr>
                  <a:buSzPct val="45000"/>
                </a:pPr>
                <a:endParaRPr lang="fr-FR" sz="2400" spc="-1" dirty="0">
                  <a:solidFill>
                    <a:srgbClr val="376092"/>
                  </a:solidFill>
                  <a:latin typeface="Calibri"/>
                </a:endParaRPr>
              </a:p>
              <a:p>
                <a:pPr marL="381600" indent="-288000">
                  <a:spcAft>
                    <a:spcPts val="850"/>
                  </a:spcAft>
                  <a:buClr>
                    <a:srgbClr val="000000"/>
                  </a:buClr>
                  <a:buSzPct val="75000"/>
                  <a:buFont typeface="Symbol" charset="2"/>
                  <a:buChar char=""/>
                </a:pPr>
                <a:endParaRPr lang="en-US" sz="2400" b="0" strike="noStrike" spc="-1" dirty="0">
                  <a:solidFill>
                    <a:srgbClr val="376092"/>
                  </a:solidFill>
                  <a:latin typeface="Calibri"/>
                </a:endParaRPr>
              </a:p>
            </p:txBody>
          </p:sp>
        </mc:Choice>
        <mc:Fallback>
          <p:sp>
            <p:nvSpPr>
              <p:cNvPr id="136" name="TextShape 2">
                <a:extLst>
                  <a:ext uri="{FF2B5EF4-FFF2-40B4-BE49-F238E27FC236}">
                    <a16:creationId xmlns:a16="http://schemas.microsoft.com/office/drawing/2014/main" id="{9F294D08-9652-8FE8-4EE6-74C11B12E13A}"/>
                  </a:ext>
                </a:extLst>
              </p:cNvPr>
              <p:cNvSpPr txBox="1">
                <a:spLocks noRot="1" noChangeAspect="1" noMove="1" noResize="1" noEditPoints="1" noAdjustHandles="1" noChangeArrowheads="1" noChangeShapeType="1" noTextEdit="1"/>
              </p:cNvSpPr>
              <p:nvPr/>
            </p:nvSpPr>
            <p:spPr>
              <a:xfrm>
                <a:off x="457200" y="1233996"/>
                <a:ext cx="8229240" cy="4891764"/>
              </a:xfrm>
              <a:prstGeom prst="rect">
                <a:avLst/>
              </a:prstGeom>
              <a:blipFill>
                <a:blip r:embed="rId2"/>
                <a:stretch>
                  <a:fillRect t="-1868" r="-1407"/>
                </a:stretch>
              </a:blipFill>
              <a:ln w="0">
                <a:noFill/>
              </a:ln>
            </p:spPr>
            <p:txBody>
              <a:bodyPr/>
              <a:lstStyle/>
              <a:p>
                <a:r>
                  <a:rPr lang="fr-FR">
                    <a:noFill/>
                  </a:rPr>
                  <a:t> </a:t>
                </a:r>
              </a:p>
            </p:txBody>
          </p:sp>
        </mc:Fallback>
      </mc:AlternateContent>
      <p:graphicFrame>
        <p:nvGraphicFramePr>
          <p:cNvPr id="2" name="Objet 1">
            <a:extLst>
              <a:ext uri="{FF2B5EF4-FFF2-40B4-BE49-F238E27FC236}">
                <a16:creationId xmlns:a16="http://schemas.microsoft.com/office/drawing/2014/main" id="{80111F7C-91B5-BC43-5FA7-1ACE079237FA}"/>
              </a:ext>
            </a:extLst>
          </p:cNvPr>
          <p:cNvGraphicFramePr>
            <a:graphicFrameLocks noChangeAspect="1"/>
          </p:cNvGraphicFramePr>
          <p:nvPr>
            <p:extLst>
              <p:ext uri="{D42A27DB-BD31-4B8C-83A1-F6EECF244321}">
                <p14:modId xmlns:p14="http://schemas.microsoft.com/office/powerpoint/2010/main" val="3807768948"/>
              </p:ext>
            </p:extLst>
          </p:nvPr>
        </p:nvGraphicFramePr>
        <p:xfrm>
          <a:off x="1330304" y="4123047"/>
          <a:ext cx="6667500" cy="2343150"/>
        </p:xfrm>
        <a:graphic>
          <a:graphicData uri="http://schemas.openxmlformats.org/presentationml/2006/ole">
            <mc:AlternateContent xmlns:mc="http://schemas.openxmlformats.org/markup-compatibility/2006">
              <mc:Choice xmlns:v="urn:schemas-microsoft-com:vml" Requires="v">
                <p:oleObj name="Worksheet" r:id="rId3" imgW="6667573" imgH="2343189" progId="Excel.Sheet.12">
                  <p:embed/>
                </p:oleObj>
              </mc:Choice>
              <mc:Fallback>
                <p:oleObj name="Worksheet" r:id="rId3" imgW="6667573" imgH="2343189" progId="Excel.Sheet.12">
                  <p:embed/>
                  <p:pic>
                    <p:nvPicPr>
                      <p:cNvPr id="0" name=""/>
                      <p:cNvPicPr/>
                      <p:nvPr/>
                    </p:nvPicPr>
                    <p:blipFill>
                      <a:blip r:embed="rId4"/>
                      <a:stretch>
                        <a:fillRect/>
                      </a:stretch>
                    </p:blipFill>
                    <p:spPr>
                      <a:xfrm>
                        <a:off x="1330304" y="4123047"/>
                        <a:ext cx="6667500" cy="2343150"/>
                      </a:xfrm>
                      <a:prstGeom prst="rect">
                        <a:avLst/>
                      </a:prstGeom>
                    </p:spPr>
                  </p:pic>
                </p:oleObj>
              </mc:Fallback>
            </mc:AlternateContent>
          </a:graphicData>
        </a:graphic>
      </p:graphicFrame>
    </p:spTree>
    <p:extLst>
      <p:ext uri="{BB962C8B-B14F-4D97-AF65-F5344CB8AC3E}">
        <p14:creationId xmlns:p14="http://schemas.microsoft.com/office/powerpoint/2010/main" val="3048449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64C46F-B219-31E2-F67D-D17C819EB416}"/>
            </a:ext>
          </a:extLst>
        </p:cNvPr>
        <p:cNvGrpSpPr/>
        <p:nvPr/>
      </p:nvGrpSpPr>
      <p:grpSpPr>
        <a:xfrm>
          <a:off x="0" y="0"/>
          <a:ext cx="0" cy="0"/>
          <a:chOff x="0" y="0"/>
          <a:chExt cx="0" cy="0"/>
        </a:xfrm>
      </p:grpSpPr>
      <p:sp>
        <p:nvSpPr>
          <p:cNvPr id="135" name="TextShape 1">
            <a:extLst>
              <a:ext uri="{FF2B5EF4-FFF2-40B4-BE49-F238E27FC236}">
                <a16:creationId xmlns:a16="http://schemas.microsoft.com/office/drawing/2014/main" id="{E77AB6D5-F79D-55BC-8213-52556ADF5E06}"/>
              </a:ext>
            </a:extLst>
          </p:cNvPr>
          <p:cNvSpPr txBox="1"/>
          <p:nvPr/>
        </p:nvSpPr>
        <p:spPr>
          <a:xfrm>
            <a:off x="457200" y="274680"/>
            <a:ext cx="8229240" cy="1142640"/>
          </a:xfrm>
          <a:prstGeom prst="rect">
            <a:avLst/>
          </a:prstGeom>
          <a:noFill/>
          <a:ln w="0">
            <a:noFill/>
          </a:ln>
        </p:spPr>
        <p:txBody>
          <a:bodyPr lIns="0" tIns="0" rIns="0" bIns="0">
            <a:noAutofit/>
          </a:bodyPr>
          <a:lstStyle/>
          <a:p>
            <a:r>
              <a:rPr lang="fr-FR" sz="3200" spc="-1" dirty="0">
                <a:solidFill>
                  <a:srgbClr val="376092"/>
                </a:solidFill>
              </a:rPr>
              <a:t>Logarithme népérien et exponentielle </a:t>
            </a:r>
            <a:r>
              <a:rPr lang="fr-FR" sz="3200" spc="-1" dirty="0">
                <a:solidFill>
                  <a:srgbClr val="376092"/>
                </a:solidFill>
                <a:latin typeface="Arial"/>
              </a:rPr>
              <a:t>: </a:t>
            </a:r>
            <a:endParaRPr lang="en-US" sz="3200" b="0" strike="noStrike" spc="-1" dirty="0">
              <a:solidFill>
                <a:srgbClr val="376092"/>
              </a:solidFill>
              <a:latin typeface="Arial"/>
            </a:endParaRPr>
          </a:p>
        </p:txBody>
      </p:sp>
      <mc:AlternateContent xmlns:mc="http://schemas.openxmlformats.org/markup-compatibility/2006">
        <mc:Choice xmlns:a14="http://schemas.microsoft.com/office/drawing/2010/main" Requires="a14">
          <p:sp>
            <p:nvSpPr>
              <p:cNvPr id="136" name="TextShape 2">
                <a:extLst>
                  <a:ext uri="{FF2B5EF4-FFF2-40B4-BE49-F238E27FC236}">
                    <a16:creationId xmlns:a16="http://schemas.microsoft.com/office/drawing/2014/main" id="{1DC62D13-2F4A-B15C-C60A-6CCA8D38123B}"/>
                  </a:ext>
                </a:extLst>
              </p:cNvPr>
              <p:cNvSpPr txBox="1"/>
              <p:nvPr/>
            </p:nvSpPr>
            <p:spPr>
              <a:xfrm>
                <a:off x="457200" y="1233996"/>
                <a:ext cx="8229240" cy="4891764"/>
              </a:xfrm>
              <a:prstGeom prst="rect">
                <a:avLst/>
              </a:prstGeom>
              <a:noFill/>
              <a:ln w="0">
                <a:noFill/>
              </a:ln>
            </p:spPr>
            <p:txBody>
              <a:bodyPr lIns="0" tIns="0" rIns="0" bIns="0">
                <a:noAutofit/>
              </a:bodyPr>
              <a:lstStyle/>
              <a:p>
                <a:pPr marL="406800" indent="-324000">
                  <a:spcAft>
                    <a:spcPts val="1134"/>
                  </a:spcAft>
                  <a:buClr>
                    <a:srgbClr val="000000"/>
                  </a:buClr>
                  <a:buSzPct val="45000"/>
                  <a:buFont typeface="Wingdings" charset="2"/>
                  <a:buChar char=""/>
                </a:pPr>
                <a:r>
                  <a:rPr lang="fr-FR" sz="2400" spc="-1" dirty="0">
                    <a:solidFill>
                      <a:srgbClr val="376092"/>
                    </a:solidFill>
                    <a:latin typeface="Calibri"/>
                  </a:rPr>
                  <a:t>Quelques valeurs remarquables :</a:t>
                </a:r>
              </a:p>
              <a:p>
                <a:pPr marL="864000" lvl="1" indent="-324000">
                  <a:spcAft>
                    <a:spcPts val="1134"/>
                  </a:spcAft>
                  <a:buClr>
                    <a:srgbClr val="000000"/>
                  </a:buClr>
                  <a:buSzPct val="45000"/>
                  <a:buFont typeface="Wingdings" charset="2"/>
                  <a:buChar char=""/>
                </a:pPr>
                <a:r>
                  <a:rPr lang="fr-FR" sz="2400" spc="-1" dirty="0">
                    <a:solidFill>
                      <a:srgbClr val="376092"/>
                    </a:solidFill>
                    <a:latin typeface="Calibri"/>
                  </a:rPr>
                  <a:t>e la constante d'Euler (e = 2,71828…) : ln e = 1</a:t>
                </a:r>
              </a:p>
              <a:p>
                <a:pPr marL="864000" lvl="1" indent="-324000">
                  <a:spcAft>
                    <a:spcPts val="1134"/>
                  </a:spcAft>
                  <a:buClr>
                    <a:srgbClr val="000000"/>
                  </a:buClr>
                  <a:buSzPct val="45000"/>
                  <a:buFont typeface="Wingdings" charset="2"/>
                  <a:buChar char=""/>
                </a:pPr>
                <a:r>
                  <a:rPr lang="fr-FR" sz="2400" spc="-1" dirty="0">
                    <a:solidFill>
                      <a:srgbClr val="376092"/>
                    </a:solidFill>
                    <a:latin typeface="Calibri"/>
                  </a:rPr>
                  <a:t>ln 1 = 0</a:t>
                </a:r>
              </a:p>
              <a:p>
                <a:pPr marL="864000" lvl="1" indent="-324000">
                  <a:spcAft>
                    <a:spcPts val="1134"/>
                  </a:spcAft>
                  <a:buClr>
                    <a:srgbClr val="000000"/>
                  </a:buClr>
                  <a:buSzPct val="45000"/>
                  <a:buFont typeface="Wingdings" charset="2"/>
                  <a:buChar char=""/>
                </a:pPr>
                <a:r>
                  <a:rPr lang="fr-FR" sz="2400" spc="-1" dirty="0">
                    <a:solidFill>
                      <a:srgbClr val="376092"/>
                    </a:solidFill>
                    <a:latin typeface="Calibri"/>
                  </a:rPr>
                  <a:t>Si ln x = y (avec x &gt; 0) alors x = </a:t>
                </a:r>
                <a:r>
                  <a:rPr lang="fr-FR" sz="2400" spc="-1" dirty="0" err="1">
                    <a:solidFill>
                      <a:srgbClr val="376092"/>
                    </a:solidFill>
                    <a:latin typeface="Calibri"/>
                  </a:rPr>
                  <a:t>e</a:t>
                </a:r>
                <a:r>
                  <a:rPr lang="fr-FR" sz="2400" spc="-1" baseline="30000" dirty="0" err="1">
                    <a:solidFill>
                      <a:srgbClr val="376092"/>
                    </a:solidFill>
                    <a:latin typeface="Calibri"/>
                  </a:rPr>
                  <a:t>y</a:t>
                </a:r>
                <a:endParaRPr lang="fr-FR" sz="2400" spc="-1" baseline="30000" dirty="0">
                  <a:solidFill>
                    <a:srgbClr val="376092"/>
                  </a:solidFill>
                  <a:latin typeface="Calibri"/>
                </a:endParaRPr>
              </a:p>
              <a:p>
                <a:pPr marL="864000" lvl="1" indent="-324000">
                  <a:spcAft>
                    <a:spcPts val="1134"/>
                  </a:spcAft>
                  <a:buClr>
                    <a:srgbClr val="000000"/>
                  </a:buClr>
                  <a:buSzPct val="45000"/>
                  <a:buFont typeface="Wingdings" charset="2"/>
                  <a:buChar char=""/>
                </a:pPr>
                <a:r>
                  <a:rPr lang="fr-FR" sz="2400" spc="-1" dirty="0">
                    <a:solidFill>
                      <a:srgbClr val="376092"/>
                    </a:solidFill>
                    <a:latin typeface="Calibri"/>
                  </a:rPr>
                  <a:t>Si a et b réels &gt; 0 alors :</a:t>
                </a:r>
              </a:p>
              <a:p>
                <a:pPr marL="1321200" lvl="2" indent="-324000">
                  <a:spcAft>
                    <a:spcPts val="1134"/>
                  </a:spcAft>
                  <a:buClr>
                    <a:srgbClr val="000000"/>
                  </a:buClr>
                  <a:buSzPct val="45000"/>
                  <a:buFont typeface="Wingdings" charset="2"/>
                  <a:buChar char=""/>
                </a:pPr>
                <a:r>
                  <a:rPr lang="fr-FR" sz="2400" spc="-1" dirty="0">
                    <a:solidFill>
                      <a:srgbClr val="376092"/>
                    </a:solidFill>
                    <a:latin typeface="Calibri"/>
                  </a:rPr>
                  <a:t>ln </a:t>
                </a:r>
                <a:r>
                  <a:rPr lang="fr-FR" sz="2400" spc="-1" dirty="0" err="1">
                    <a:solidFill>
                      <a:srgbClr val="376092"/>
                    </a:solidFill>
                    <a:latin typeface="Calibri"/>
                  </a:rPr>
                  <a:t>a.b</a:t>
                </a:r>
                <a:r>
                  <a:rPr lang="fr-FR" sz="2400" spc="-1" dirty="0">
                    <a:solidFill>
                      <a:srgbClr val="376092"/>
                    </a:solidFill>
                    <a:latin typeface="Calibri"/>
                  </a:rPr>
                  <a:t> = ln a + ln b</a:t>
                </a:r>
              </a:p>
              <a:p>
                <a:pPr marL="1321200" lvl="2" indent="-324000">
                  <a:spcAft>
                    <a:spcPts val="1134"/>
                  </a:spcAft>
                  <a:buClr>
                    <a:srgbClr val="000000"/>
                  </a:buClr>
                  <a:buSzPct val="45000"/>
                  <a:buFont typeface="Wingdings" charset="2"/>
                  <a:buChar char=""/>
                </a:pPr>
                <a:r>
                  <a:rPr lang="fr-FR" sz="2400" spc="-1" dirty="0">
                    <a:solidFill>
                      <a:srgbClr val="376092"/>
                    </a:solidFill>
                    <a:latin typeface="Calibri"/>
                  </a:rPr>
                  <a:t>ln </a:t>
                </a:r>
                <a14:m>
                  <m:oMath xmlns:m="http://schemas.openxmlformats.org/officeDocument/2006/math">
                    <m:f>
                      <m:fPr>
                        <m:ctrlPr>
                          <a:rPr lang="fr-FR" sz="2400" i="1" spc="-1">
                            <a:solidFill>
                              <a:srgbClr val="376092"/>
                            </a:solidFill>
                            <a:latin typeface="Cambria Math" panose="02040503050406030204" pitchFamily="18" charset="0"/>
                          </a:rPr>
                        </m:ctrlPr>
                      </m:fPr>
                      <m:num>
                        <m:r>
                          <m:rPr>
                            <m:sty m:val="p"/>
                          </m:rPr>
                          <a:rPr lang="fr-FR" sz="2400" b="0" i="0" spc="-1" smtClean="0">
                            <a:solidFill>
                              <a:srgbClr val="376092"/>
                            </a:solidFill>
                            <a:latin typeface="Cambria Math" panose="02040503050406030204" pitchFamily="18" charset="0"/>
                          </a:rPr>
                          <m:t>a</m:t>
                        </m:r>
                      </m:num>
                      <m:den>
                        <m:r>
                          <a:rPr lang="fr-FR" sz="2400" b="0" i="1" spc="-1" smtClean="0">
                            <a:solidFill>
                              <a:srgbClr val="376092"/>
                            </a:solidFill>
                            <a:latin typeface="Cambria Math" panose="02040503050406030204" pitchFamily="18" charset="0"/>
                          </a:rPr>
                          <m:t>𝑏</m:t>
                        </m:r>
                      </m:den>
                    </m:f>
                  </m:oMath>
                </a14:m>
                <a:r>
                  <a:rPr lang="fr-FR" sz="2400" spc="-1" dirty="0">
                    <a:solidFill>
                      <a:srgbClr val="376092"/>
                    </a:solidFill>
                    <a:latin typeface="Calibri"/>
                  </a:rPr>
                  <a:t> = ln a - ln b</a:t>
                </a:r>
              </a:p>
              <a:p>
                <a:pPr marL="1321200" lvl="2" indent="-324000">
                  <a:spcAft>
                    <a:spcPts val="1134"/>
                  </a:spcAft>
                  <a:buClr>
                    <a:srgbClr val="000000"/>
                  </a:buClr>
                  <a:buSzPct val="45000"/>
                  <a:buFont typeface="Wingdings" charset="2"/>
                  <a:buChar char=""/>
                </a:pPr>
                <a:r>
                  <a:rPr lang="fr-FR" sz="2400" spc="-1" dirty="0">
                    <a:solidFill>
                      <a:srgbClr val="376092"/>
                    </a:solidFill>
                    <a:latin typeface="Calibri"/>
                  </a:rPr>
                  <a:t>ln a</a:t>
                </a:r>
                <a:r>
                  <a:rPr lang="fr-FR" sz="2400" spc="-1" baseline="30000" dirty="0">
                    <a:solidFill>
                      <a:srgbClr val="376092"/>
                    </a:solidFill>
                    <a:latin typeface="Calibri"/>
                  </a:rPr>
                  <a:t>n</a:t>
                </a:r>
                <a:r>
                  <a:rPr lang="fr-FR" sz="2400" spc="-1" dirty="0">
                    <a:solidFill>
                      <a:srgbClr val="376092"/>
                    </a:solidFill>
                    <a:latin typeface="Calibri"/>
                  </a:rPr>
                  <a:t> = n . ln a</a:t>
                </a:r>
              </a:p>
              <a:p>
                <a:pPr marL="406800" indent="-324000">
                  <a:spcAft>
                    <a:spcPts val="1134"/>
                  </a:spcAft>
                  <a:buClr>
                    <a:srgbClr val="000000"/>
                  </a:buClr>
                  <a:buSzPct val="45000"/>
                  <a:buFont typeface="Wingdings" charset="2"/>
                  <a:buChar char=""/>
                </a:pPr>
                <a:r>
                  <a:rPr lang="fr-FR" sz="2400" spc="-1" dirty="0">
                    <a:solidFill>
                      <a:srgbClr val="376092"/>
                    </a:solidFill>
                    <a:latin typeface="Calibri"/>
                  </a:rPr>
                  <a:t>Etudions le sens de variation de f(x) = </a:t>
                </a:r>
                <a14:m>
                  <m:oMath xmlns:m="http://schemas.openxmlformats.org/officeDocument/2006/math">
                    <m:f>
                      <m:fPr>
                        <m:ctrlPr>
                          <a:rPr lang="fr-FR" sz="2400" i="1" spc="-1">
                            <a:solidFill>
                              <a:srgbClr val="376092"/>
                            </a:solidFill>
                            <a:latin typeface="Cambria Math" panose="02040503050406030204" pitchFamily="18" charset="0"/>
                          </a:rPr>
                        </m:ctrlPr>
                      </m:fPr>
                      <m:num>
                        <m:r>
                          <a:rPr lang="fr-FR" sz="2400" b="0" i="0" spc="-1" smtClean="0">
                            <a:solidFill>
                              <a:srgbClr val="376092"/>
                            </a:solidFill>
                            <a:latin typeface="Cambria Math" panose="02040503050406030204" pitchFamily="18" charset="0"/>
                          </a:rPr>
                          <m:t>1</m:t>
                        </m:r>
                      </m:num>
                      <m:den>
                        <m:r>
                          <a:rPr lang="fr-FR" sz="2400" b="0" i="1" spc="-1" smtClean="0">
                            <a:solidFill>
                              <a:srgbClr val="376092"/>
                            </a:solidFill>
                            <a:latin typeface="Cambria Math" panose="02040503050406030204" pitchFamily="18" charset="0"/>
                          </a:rPr>
                          <m:t>2</m:t>
                        </m:r>
                      </m:den>
                    </m:f>
                  </m:oMath>
                </a14:m>
                <a:r>
                  <a:rPr lang="fr-FR" sz="2400" spc="-1" dirty="0">
                    <a:solidFill>
                      <a:srgbClr val="376092"/>
                    </a:solidFill>
                    <a:latin typeface="Calibri"/>
                  </a:rPr>
                  <a:t> .x² - ln x  </a:t>
                </a:r>
              </a:p>
              <a:p>
                <a:pPr marL="1321200" lvl="2" indent="-324000">
                  <a:spcAft>
                    <a:spcPts val="1134"/>
                  </a:spcAft>
                  <a:buClr>
                    <a:srgbClr val="000000"/>
                  </a:buClr>
                  <a:buSzPct val="45000"/>
                  <a:buFont typeface="Wingdings" charset="2"/>
                  <a:buChar char=""/>
                </a:pPr>
                <a:endParaRPr lang="fr-FR" sz="2400" spc="-1" dirty="0">
                  <a:solidFill>
                    <a:srgbClr val="376092"/>
                  </a:solidFill>
                  <a:latin typeface="Calibri"/>
                </a:endParaRPr>
              </a:p>
              <a:p>
                <a:pPr marL="406800" indent="-324000">
                  <a:spcAft>
                    <a:spcPts val="1134"/>
                  </a:spcAft>
                  <a:buClr>
                    <a:srgbClr val="000000"/>
                  </a:buClr>
                  <a:buSzPct val="45000"/>
                  <a:buFont typeface="Wingdings" charset="2"/>
                  <a:buChar char=""/>
                </a:pPr>
                <a:endParaRPr lang="fr-FR" sz="2400" spc="-1" dirty="0">
                  <a:solidFill>
                    <a:srgbClr val="376092"/>
                  </a:solidFill>
                  <a:latin typeface="Calibri"/>
                </a:endParaRPr>
              </a:p>
              <a:p>
                <a:pPr marL="82800">
                  <a:spcAft>
                    <a:spcPts val="1134"/>
                  </a:spcAft>
                  <a:buClr>
                    <a:srgbClr val="000000"/>
                  </a:buClr>
                  <a:buSzPct val="45000"/>
                </a:pPr>
                <a:endParaRPr lang="fr-FR" sz="2400" spc="-1" dirty="0">
                  <a:solidFill>
                    <a:srgbClr val="376092"/>
                  </a:solidFill>
                  <a:latin typeface="Calibri"/>
                </a:endParaRPr>
              </a:p>
              <a:p>
                <a:pPr marL="381600" indent="-288000">
                  <a:spcAft>
                    <a:spcPts val="850"/>
                  </a:spcAft>
                  <a:buClr>
                    <a:srgbClr val="000000"/>
                  </a:buClr>
                  <a:buSzPct val="75000"/>
                  <a:buFont typeface="Symbol" charset="2"/>
                  <a:buChar char=""/>
                </a:pPr>
                <a:endParaRPr lang="en-US" sz="2400" b="0" strike="noStrike" spc="-1" dirty="0">
                  <a:solidFill>
                    <a:srgbClr val="376092"/>
                  </a:solidFill>
                  <a:latin typeface="Calibri"/>
                </a:endParaRPr>
              </a:p>
            </p:txBody>
          </p:sp>
        </mc:Choice>
        <mc:Fallback>
          <p:sp>
            <p:nvSpPr>
              <p:cNvPr id="136" name="TextShape 2">
                <a:extLst>
                  <a:ext uri="{FF2B5EF4-FFF2-40B4-BE49-F238E27FC236}">
                    <a16:creationId xmlns:a16="http://schemas.microsoft.com/office/drawing/2014/main" id="{1DC62D13-2F4A-B15C-C60A-6CCA8D38123B}"/>
                  </a:ext>
                </a:extLst>
              </p:cNvPr>
              <p:cNvSpPr txBox="1">
                <a:spLocks noRot="1" noChangeAspect="1" noMove="1" noResize="1" noEditPoints="1" noAdjustHandles="1" noChangeArrowheads="1" noChangeShapeType="1" noTextEdit="1"/>
              </p:cNvSpPr>
              <p:nvPr/>
            </p:nvSpPr>
            <p:spPr>
              <a:xfrm>
                <a:off x="457200" y="1233996"/>
                <a:ext cx="8229240" cy="4891764"/>
              </a:xfrm>
              <a:prstGeom prst="rect">
                <a:avLst/>
              </a:prstGeom>
              <a:blipFill>
                <a:blip r:embed="rId2"/>
                <a:stretch>
                  <a:fillRect t="-1868"/>
                </a:stretch>
              </a:blipFill>
              <a:ln w="0">
                <a:noFill/>
              </a:ln>
            </p:spPr>
            <p:txBody>
              <a:bodyPr/>
              <a:lstStyle/>
              <a:p>
                <a:r>
                  <a:rPr lang="fr-FR">
                    <a:noFill/>
                  </a:rPr>
                  <a:t> </a:t>
                </a:r>
              </a:p>
            </p:txBody>
          </p:sp>
        </mc:Fallback>
      </mc:AlternateContent>
    </p:spTree>
    <p:extLst>
      <p:ext uri="{BB962C8B-B14F-4D97-AF65-F5344CB8AC3E}">
        <p14:creationId xmlns:p14="http://schemas.microsoft.com/office/powerpoint/2010/main" val="14225089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0CF5D2-37D6-B224-DE08-C7D25E336AFC}"/>
            </a:ext>
          </a:extLst>
        </p:cNvPr>
        <p:cNvGrpSpPr/>
        <p:nvPr/>
      </p:nvGrpSpPr>
      <p:grpSpPr>
        <a:xfrm>
          <a:off x="0" y="0"/>
          <a:ext cx="0" cy="0"/>
          <a:chOff x="0" y="0"/>
          <a:chExt cx="0" cy="0"/>
        </a:xfrm>
      </p:grpSpPr>
      <p:sp>
        <p:nvSpPr>
          <p:cNvPr id="135" name="TextShape 1">
            <a:extLst>
              <a:ext uri="{FF2B5EF4-FFF2-40B4-BE49-F238E27FC236}">
                <a16:creationId xmlns:a16="http://schemas.microsoft.com/office/drawing/2014/main" id="{E5201DCA-AFF9-FA9A-1947-F0D9AB0B64F9}"/>
              </a:ext>
            </a:extLst>
          </p:cNvPr>
          <p:cNvSpPr txBox="1"/>
          <p:nvPr/>
        </p:nvSpPr>
        <p:spPr>
          <a:xfrm>
            <a:off x="457200" y="274680"/>
            <a:ext cx="8229240" cy="1142640"/>
          </a:xfrm>
          <a:prstGeom prst="rect">
            <a:avLst/>
          </a:prstGeom>
          <a:noFill/>
          <a:ln w="0">
            <a:noFill/>
          </a:ln>
        </p:spPr>
        <p:txBody>
          <a:bodyPr lIns="0" tIns="0" rIns="0" bIns="0">
            <a:noAutofit/>
          </a:bodyPr>
          <a:lstStyle/>
          <a:p>
            <a:r>
              <a:rPr lang="fr-FR" sz="3200" spc="-1" dirty="0">
                <a:solidFill>
                  <a:srgbClr val="376092"/>
                </a:solidFill>
              </a:rPr>
              <a:t>Logarithme népérien et exponentielle </a:t>
            </a:r>
            <a:r>
              <a:rPr lang="fr-FR" sz="3200" spc="-1" dirty="0">
                <a:solidFill>
                  <a:srgbClr val="376092"/>
                </a:solidFill>
                <a:latin typeface="Arial"/>
              </a:rPr>
              <a:t>: </a:t>
            </a:r>
            <a:endParaRPr lang="en-US" sz="3200" b="0" strike="noStrike" spc="-1" dirty="0">
              <a:solidFill>
                <a:srgbClr val="376092"/>
              </a:solidFill>
              <a:latin typeface="Arial"/>
            </a:endParaRPr>
          </a:p>
        </p:txBody>
      </p:sp>
      <mc:AlternateContent xmlns:mc="http://schemas.openxmlformats.org/markup-compatibility/2006">
        <mc:Choice xmlns:a14="http://schemas.microsoft.com/office/drawing/2010/main" Requires="a14">
          <p:sp>
            <p:nvSpPr>
              <p:cNvPr id="136" name="TextShape 2">
                <a:extLst>
                  <a:ext uri="{FF2B5EF4-FFF2-40B4-BE49-F238E27FC236}">
                    <a16:creationId xmlns:a16="http://schemas.microsoft.com/office/drawing/2014/main" id="{63241AB6-2A02-DACA-0298-C9310D4E6B65}"/>
                  </a:ext>
                </a:extLst>
              </p:cNvPr>
              <p:cNvSpPr txBox="1"/>
              <p:nvPr/>
            </p:nvSpPr>
            <p:spPr>
              <a:xfrm>
                <a:off x="457200" y="1233996"/>
                <a:ext cx="8229240" cy="4891764"/>
              </a:xfrm>
              <a:prstGeom prst="rect">
                <a:avLst/>
              </a:prstGeom>
              <a:noFill/>
              <a:ln w="0">
                <a:noFill/>
              </a:ln>
            </p:spPr>
            <p:txBody>
              <a:bodyPr lIns="0" tIns="0" rIns="0" bIns="0">
                <a:noAutofit/>
              </a:bodyPr>
              <a:lstStyle/>
              <a:p>
                <a:pPr marL="406800" indent="-324000">
                  <a:spcAft>
                    <a:spcPts val="1134"/>
                  </a:spcAft>
                  <a:buClr>
                    <a:srgbClr val="000000"/>
                  </a:buClr>
                  <a:buSzPct val="45000"/>
                  <a:buFont typeface="Wingdings" charset="2"/>
                  <a:buChar char=""/>
                </a:pPr>
                <a:r>
                  <a:rPr lang="fr-FR" sz="2400" spc="-1" dirty="0">
                    <a:solidFill>
                      <a:srgbClr val="376092"/>
                    </a:solidFill>
                    <a:latin typeface="Calibri"/>
                  </a:rPr>
                  <a:t>La fonction e() est définie sur </a:t>
                </a:r>
                <a14:m>
                  <m:oMath xmlns:m="http://schemas.openxmlformats.org/officeDocument/2006/math">
                    <m:r>
                      <a:rPr lang="fr-FR" sz="2400" spc="-1" smtClean="0">
                        <a:solidFill>
                          <a:srgbClr val="376092"/>
                        </a:solidFill>
                        <a:latin typeface="Cambria Math" panose="02040503050406030204" pitchFamily="18" charset="0"/>
                      </a:rPr>
                      <m:t>ℝ</m:t>
                    </m:r>
                  </m:oMath>
                </a14:m>
                <a:r>
                  <a:rPr lang="fr-FR" sz="2400" spc="-1" dirty="0">
                    <a:solidFill>
                      <a:srgbClr val="376092"/>
                    </a:solidFill>
                    <a:latin typeface="Calibri"/>
                  </a:rPr>
                  <a:t>.</a:t>
                </a:r>
              </a:p>
              <a:p>
                <a:pPr marL="406800" indent="-324000">
                  <a:spcAft>
                    <a:spcPts val="1134"/>
                  </a:spcAft>
                  <a:buClr>
                    <a:srgbClr val="000000"/>
                  </a:buClr>
                  <a:buSzPct val="45000"/>
                  <a:buFont typeface="Wingdings" charset="2"/>
                  <a:buChar char=""/>
                </a:pPr>
                <a:r>
                  <a:rPr lang="fr-FR" sz="2400" spc="-1" dirty="0">
                    <a:solidFill>
                      <a:srgbClr val="376092"/>
                    </a:solidFill>
                    <a:latin typeface="Calibri"/>
                  </a:rPr>
                  <a:t>La fonction e() est strictement croissante sur ]- </a:t>
                </a:r>
                <a14:m>
                  <m:oMath xmlns:m="http://schemas.openxmlformats.org/officeDocument/2006/math">
                    <m:r>
                      <a:rPr lang="fr-FR" sz="2400" spc="-1">
                        <a:solidFill>
                          <a:srgbClr val="376092"/>
                        </a:solidFill>
                        <a:latin typeface="Cambria Math" panose="02040503050406030204" pitchFamily="18" charset="0"/>
                      </a:rPr>
                      <m:t>∞</m:t>
                    </m:r>
                  </m:oMath>
                </a14:m>
                <a:r>
                  <a:rPr lang="fr-FR" sz="2400" spc="-1" dirty="0">
                    <a:solidFill>
                      <a:srgbClr val="376092"/>
                    </a:solidFill>
                    <a:latin typeface="Calibri"/>
                  </a:rPr>
                  <a:t>; + </a:t>
                </a:r>
                <a14:m>
                  <m:oMath xmlns:m="http://schemas.openxmlformats.org/officeDocument/2006/math">
                    <m:r>
                      <a:rPr lang="fr-FR" sz="2400" spc="-1">
                        <a:solidFill>
                          <a:srgbClr val="376092"/>
                        </a:solidFill>
                        <a:latin typeface="Cambria Math" panose="02040503050406030204" pitchFamily="18" charset="0"/>
                      </a:rPr>
                      <m:t>∞</m:t>
                    </m:r>
                  </m:oMath>
                </a14:m>
                <a:r>
                  <a:rPr lang="fr-FR" sz="2400" spc="-1" dirty="0">
                    <a:solidFill>
                      <a:srgbClr val="376092"/>
                    </a:solidFill>
                    <a:latin typeface="Calibri"/>
                  </a:rPr>
                  <a:t>[</a:t>
                </a:r>
              </a:p>
              <a:p>
                <a:pPr marL="406800" indent="-324000">
                  <a:spcAft>
                    <a:spcPts val="1134"/>
                  </a:spcAft>
                  <a:buClr>
                    <a:srgbClr val="000000"/>
                  </a:buClr>
                  <a:buSzPct val="45000"/>
                  <a:buFont typeface="Wingdings" charset="2"/>
                  <a:buChar char=""/>
                </a:pPr>
                <a:r>
                  <a:rPr lang="fr-FR" sz="2400" spc="-1" dirty="0">
                    <a:solidFill>
                      <a:srgbClr val="376092"/>
                    </a:solidFill>
                    <a:latin typeface="Calibri"/>
                  </a:rPr>
                  <a:t>La dérivée de f(x) = e</a:t>
                </a:r>
                <a:r>
                  <a:rPr lang="fr-FR" sz="2400" spc="-1" baseline="30000" dirty="0">
                    <a:solidFill>
                      <a:srgbClr val="376092"/>
                    </a:solidFill>
                    <a:latin typeface="Calibri"/>
                  </a:rPr>
                  <a:t>x</a:t>
                </a:r>
                <a:r>
                  <a:rPr lang="fr-FR" sz="2400" spc="-1" dirty="0">
                    <a:solidFill>
                      <a:srgbClr val="376092"/>
                    </a:solidFill>
                    <a:latin typeface="Calibri"/>
                  </a:rPr>
                  <a:t> est f'(x) = e</a:t>
                </a:r>
                <a:r>
                  <a:rPr lang="fr-FR" sz="2400" spc="-1" baseline="30000" dirty="0">
                    <a:solidFill>
                      <a:srgbClr val="376092"/>
                    </a:solidFill>
                    <a:latin typeface="Calibri"/>
                  </a:rPr>
                  <a:t>x</a:t>
                </a:r>
              </a:p>
              <a:p>
                <a:pPr marL="406800" indent="-324000">
                  <a:spcAft>
                    <a:spcPts val="1134"/>
                  </a:spcAft>
                  <a:buClr>
                    <a:srgbClr val="000000"/>
                  </a:buClr>
                  <a:buSzPct val="45000"/>
                  <a:buFont typeface="Wingdings" charset="2"/>
                  <a:buChar char=""/>
                </a:pPr>
                <a:r>
                  <a:rPr lang="fr-FR" sz="2400" spc="-1" dirty="0">
                    <a:solidFill>
                      <a:srgbClr val="376092"/>
                    </a:solidFill>
                    <a:latin typeface="Calibri"/>
                  </a:rPr>
                  <a:t>Pour tout réel x, e</a:t>
                </a:r>
                <a:r>
                  <a:rPr lang="fr-FR" sz="2400" spc="-1" baseline="30000" dirty="0">
                    <a:solidFill>
                      <a:srgbClr val="376092"/>
                    </a:solidFill>
                    <a:latin typeface="Calibri"/>
                  </a:rPr>
                  <a:t>x</a:t>
                </a:r>
                <a:r>
                  <a:rPr lang="fr-FR" sz="2400" spc="-1" dirty="0">
                    <a:solidFill>
                      <a:srgbClr val="376092"/>
                    </a:solidFill>
                    <a:latin typeface="Calibri"/>
                  </a:rPr>
                  <a:t> &gt; 0.</a:t>
                </a:r>
              </a:p>
              <a:p>
                <a:pPr marL="406800" indent="-324000">
                  <a:spcAft>
                    <a:spcPts val="1134"/>
                  </a:spcAft>
                  <a:buClr>
                    <a:srgbClr val="000000"/>
                  </a:buClr>
                  <a:buSzPct val="45000"/>
                  <a:buFont typeface="Wingdings" charset="2"/>
                  <a:buChar char=""/>
                </a:pPr>
                <a:r>
                  <a:rPr lang="fr-FR" sz="2400" spc="-1" dirty="0">
                    <a:solidFill>
                      <a:srgbClr val="376092"/>
                    </a:solidFill>
                    <a:latin typeface="Calibri"/>
                  </a:rPr>
                  <a:t>Le tableau de variation de la fonction e() :  </a:t>
                </a:r>
              </a:p>
              <a:p>
                <a:pPr marL="406800" indent="-324000">
                  <a:spcAft>
                    <a:spcPts val="1134"/>
                  </a:spcAft>
                  <a:buClr>
                    <a:srgbClr val="000000"/>
                  </a:buClr>
                  <a:buSzPct val="45000"/>
                  <a:buFont typeface="Wingdings" charset="2"/>
                  <a:buChar char=""/>
                </a:pPr>
                <a:endParaRPr lang="fr-FR" sz="2400" spc="-1" dirty="0">
                  <a:solidFill>
                    <a:srgbClr val="376092"/>
                  </a:solidFill>
                  <a:latin typeface="Calibri"/>
                </a:endParaRPr>
              </a:p>
              <a:p>
                <a:pPr marL="406800" indent="-324000">
                  <a:spcAft>
                    <a:spcPts val="1134"/>
                  </a:spcAft>
                  <a:buClr>
                    <a:srgbClr val="000000"/>
                  </a:buClr>
                  <a:buSzPct val="45000"/>
                  <a:buFont typeface="Wingdings" charset="2"/>
                  <a:buChar char=""/>
                </a:pPr>
                <a:endParaRPr lang="fr-FR" sz="2400" spc="-1" dirty="0">
                  <a:solidFill>
                    <a:srgbClr val="376092"/>
                  </a:solidFill>
                  <a:latin typeface="Calibri"/>
                </a:endParaRPr>
              </a:p>
              <a:p>
                <a:pPr marL="82800">
                  <a:spcAft>
                    <a:spcPts val="1134"/>
                  </a:spcAft>
                  <a:buClr>
                    <a:srgbClr val="000000"/>
                  </a:buClr>
                  <a:buSzPct val="45000"/>
                </a:pPr>
                <a:endParaRPr lang="fr-FR" sz="2400" spc="-1" dirty="0">
                  <a:solidFill>
                    <a:srgbClr val="376092"/>
                  </a:solidFill>
                  <a:latin typeface="Calibri"/>
                </a:endParaRPr>
              </a:p>
              <a:p>
                <a:pPr marL="381600" indent="-288000">
                  <a:spcAft>
                    <a:spcPts val="850"/>
                  </a:spcAft>
                  <a:buClr>
                    <a:srgbClr val="000000"/>
                  </a:buClr>
                  <a:buSzPct val="75000"/>
                  <a:buFont typeface="Symbol" charset="2"/>
                  <a:buChar char=""/>
                </a:pPr>
                <a:endParaRPr lang="en-US" sz="2400" b="0" strike="noStrike" spc="-1" dirty="0">
                  <a:solidFill>
                    <a:srgbClr val="376092"/>
                  </a:solidFill>
                  <a:latin typeface="Calibri"/>
                </a:endParaRPr>
              </a:p>
            </p:txBody>
          </p:sp>
        </mc:Choice>
        <mc:Fallback>
          <p:sp>
            <p:nvSpPr>
              <p:cNvPr id="136" name="TextShape 2">
                <a:extLst>
                  <a:ext uri="{FF2B5EF4-FFF2-40B4-BE49-F238E27FC236}">
                    <a16:creationId xmlns:a16="http://schemas.microsoft.com/office/drawing/2014/main" id="{63241AB6-2A02-DACA-0298-C9310D4E6B65}"/>
                  </a:ext>
                </a:extLst>
              </p:cNvPr>
              <p:cNvSpPr txBox="1">
                <a:spLocks noRot="1" noChangeAspect="1" noMove="1" noResize="1" noEditPoints="1" noAdjustHandles="1" noChangeArrowheads="1" noChangeShapeType="1" noTextEdit="1"/>
              </p:cNvSpPr>
              <p:nvPr/>
            </p:nvSpPr>
            <p:spPr>
              <a:xfrm>
                <a:off x="457200" y="1233996"/>
                <a:ext cx="8229240" cy="4891764"/>
              </a:xfrm>
              <a:prstGeom prst="rect">
                <a:avLst/>
              </a:prstGeom>
              <a:blipFill>
                <a:blip r:embed="rId3"/>
                <a:stretch>
                  <a:fillRect t="-1868"/>
                </a:stretch>
              </a:blipFill>
              <a:ln w="0">
                <a:noFill/>
              </a:ln>
            </p:spPr>
            <p:txBody>
              <a:bodyPr/>
              <a:lstStyle/>
              <a:p>
                <a:r>
                  <a:rPr lang="fr-FR">
                    <a:noFill/>
                  </a:rPr>
                  <a:t> </a:t>
                </a:r>
              </a:p>
            </p:txBody>
          </p:sp>
        </mc:Fallback>
      </mc:AlternateContent>
      <p:graphicFrame>
        <p:nvGraphicFramePr>
          <p:cNvPr id="9" name="Objet 8">
            <a:extLst>
              <a:ext uri="{FF2B5EF4-FFF2-40B4-BE49-F238E27FC236}">
                <a16:creationId xmlns:a16="http://schemas.microsoft.com/office/drawing/2014/main" id="{7217430F-DEEC-B8ED-74EE-038E6B0A3BD1}"/>
              </a:ext>
            </a:extLst>
          </p:cNvPr>
          <p:cNvGraphicFramePr>
            <a:graphicFrameLocks noChangeAspect="1"/>
          </p:cNvGraphicFramePr>
          <p:nvPr>
            <p:extLst>
              <p:ext uri="{D42A27DB-BD31-4B8C-83A1-F6EECF244321}">
                <p14:modId xmlns:p14="http://schemas.microsoft.com/office/powerpoint/2010/main" val="2023182113"/>
              </p:ext>
            </p:extLst>
          </p:nvPr>
        </p:nvGraphicFramePr>
        <p:xfrm>
          <a:off x="1410084" y="3836817"/>
          <a:ext cx="6667500" cy="2486025"/>
        </p:xfrm>
        <a:graphic>
          <a:graphicData uri="http://schemas.openxmlformats.org/presentationml/2006/ole">
            <mc:AlternateContent xmlns:mc="http://schemas.openxmlformats.org/markup-compatibility/2006">
              <mc:Choice xmlns:v="urn:schemas-microsoft-com:vml" Requires="v">
                <p:oleObj spid="_x0000_s12295" name="Worksheet" r:id="rId4" imgW="6667573" imgH="2486084" progId="Excel.Sheet.12">
                  <p:embed/>
                </p:oleObj>
              </mc:Choice>
              <mc:Fallback>
                <p:oleObj name="Worksheet" r:id="rId4" imgW="6667573" imgH="2486084" progId="Excel.Sheet.12">
                  <p:embed/>
                  <p:pic>
                    <p:nvPicPr>
                      <p:cNvPr id="0" name=""/>
                      <p:cNvPicPr/>
                      <p:nvPr/>
                    </p:nvPicPr>
                    <p:blipFill>
                      <a:blip r:embed="rId5"/>
                      <a:stretch>
                        <a:fillRect/>
                      </a:stretch>
                    </p:blipFill>
                    <p:spPr>
                      <a:xfrm>
                        <a:off x="1410084" y="3836817"/>
                        <a:ext cx="6667500" cy="2486025"/>
                      </a:xfrm>
                      <a:prstGeom prst="rect">
                        <a:avLst/>
                      </a:prstGeom>
                    </p:spPr>
                  </p:pic>
                </p:oleObj>
              </mc:Fallback>
            </mc:AlternateContent>
          </a:graphicData>
        </a:graphic>
      </p:graphicFrame>
    </p:spTree>
    <p:extLst>
      <p:ext uri="{BB962C8B-B14F-4D97-AF65-F5344CB8AC3E}">
        <p14:creationId xmlns:p14="http://schemas.microsoft.com/office/powerpoint/2010/main" val="111926781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F4CE6F-8131-FA3F-7FFC-844CBA7F6956}"/>
            </a:ext>
          </a:extLst>
        </p:cNvPr>
        <p:cNvGrpSpPr/>
        <p:nvPr/>
      </p:nvGrpSpPr>
      <p:grpSpPr>
        <a:xfrm>
          <a:off x="0" y="0"/>
          <a:ext cx="0" cy="0"/>
          <a:chOff x="0" y="0"/>
          <a:chExt cx="0" cy="0"/>
        </a:xfrm>
      </p:grpSpPr>
      <p:sp>
        <p:nvSpPr>
          <p:cNvPr id="135" name="TextShape 1">
            <a:extLst>
              <a:ext uri="{FF2B5EF4-FFF2-40B4-BE49-F238E27FC236}">
                <a16:creationId xmlns:a16="http://schemas.microsoft.com/office/drawing/2014/main" id="{1491D202-B573-3081-5B6A-4CD8231437D2}"/>
              </a:ext>
            </a:extLst>
          </p:cNvPr>
          <p:cNvSpPr txBox="1"/>
          <p:nvPr/>
        </p:nvSpPr>
        <p:spPr>
          <a:xfrm>
            <a:off x="457200" y="274680"/>
            <a:ext cx="8229240" cy="1142640"/>
          </a:xfrm>
          <a:prstGeom prst="rect">
            <a:avLst/>
          </a:prstGeom>
          <a:noFill/>
          <a:ln w="0">
            <a:noFill/>
          </a:ln>
        </p:spPr>
        <p:txBody>
          <a:bodyPr lIns="0" tIns="0" rIns="0" bIns="0">
            <a:noAutofit/>
          </a:bodyPr>
          <a:lstStyle/>
          <a:p>
            <a:r>
              <a:rPr lang="fr-FR" sz="3200" spc="-1" dirty="0">
                <a:solidFill>
                  <a:srgbClr val="376092"/>
                </a:solidFill>
              </a:rPr>
              <a:t>Logarithme népérien et exponentielle </a:t>
            </a:r>
            <a:r>
              <a:rPr lang="fr-FR" sz="3200" spc="-1" dirty="0">
                <a:solidFill>
                  <a:srgbClr val="376092"/>
                </a:solidFill>
                <a:latin typeface="Arial"/>
              </a:rPr>
              <a:t>: </a:t>
            </a:r>
            <a:endParaRPr lang="en-US" sz="3200" b="0" strike="noStrike" spc="-1" dirty="0">
              <a:solidFill>
                <a:srgbClr val="376092"/>
              </a:solidFill>
              <a:latin typeface="Arial"/>
            </a:endParaRPr>
          </a:p>
        </p:txBody>
      </p:sp>
      <mc:AlternateContent xmlns:mc="http://schemas.openxmlformats.org/markup-compatibility/2006">
        <mc:Choice xmlns:a14="http://schemas.microsoft.com/office/drawing/2010/main" Requires="a14">
          <p:sp>
            <p:nvSpPr>
              <p:cNvPr id="136" name="TextShape 2">
                <a:extLst>
                  <a:ext uri="{FF2B5EF4-FFF2-40B4-BE49-F238E27FC236}">
                    <a16:creationId xmlns:a16="http://schemas.microsoft.com/office/drawing/2014/main" id="{710A6433-9003-6606-4899-F2E481CF803E}"/>
                  </a:ext>
                </a:extLst>
              </p:cNvPr>
              <p:cNvSpPr txBox="1"/>
              <p:nvPr/>
            </p:nvSpPr>
            <p:spPr>
              <a:xfrm>
                <a:off x="457200" y="1233996"/>
                <a:ext cx="8229240" cy="4891764"/>
              </a:xfrm>
              <a:prstGeom prst="rect">
                <a:avLst/>
              </a:prstGeom>
              <a:noFill/>
              <a:ln w="0">
                <a:noFill/>
              </a:ln>
            </p:spPr>
            <p:txBody>
              <a:bodyPr lIns="0" tIns="0" rIns="0" bIns="0">
                <a:noAutofit/>
              </a:bodyPr>
              <a:lstStyle/>
              <a:p>
                <a:pPr marL="406800" indent="-324000">
                  <a:spcAft>
                    <a:spcPts val="1134"/>
                  </a:spcAft>
                  <a:buClr>
                    <a:srgbClr val="000000"/>
                  </a:buClr>
                  <a:buSzPct val="45000"/>
                  <a:buFont typeface="Wingdings" charset="2"/>
                  <a:buChar char=""/>
                </a:pPr>
                <a:r>
                  <a:rPr lang="fr-FR" sz="2400" spc="-1" dirty="0">
                    <a:solidFill>
                      <a:srgbClr val="376092"/>
                    </a:solidFill>
                    <a:latin typeface="Calibri"/>
                  </a:rPr>
                  <a:t>Quelques valeurs remarquables :</a:t>
                </a:r>
              </a:p>
              <a:p>
                <a:pPr marL="864000" lvl="1" indent="-324000">
                  <a:spcAft>
                    <a:spcPts val="1134"/>
                  </a:spcAft>
                  <a:buClr>
                    <a:srgbClr val="000000"/>
                  </a:buClr>
                  <a:buSzPct val="45000"/>
                  <a:buFont typeface="Wingdings" charset="2"/>
                  <a:buChar char=""/>
                </a:pPr>
                <a:r>
                  <a:rPr lang="fr-FR" sz="2400" spc="-1" dirty="0">
                    <a:solidFill>
                      <a:srgbClr val="376092"/>
                    </a:solidFill>
                    <a:latin typeface="Calibri"/>
                  </a:rPr>
                  <a:t>e</a:t>
                </a:r>
                <a:r>
                  <a:rPr lang="fr-FR" sz="2400" spc="-1" baseline="30000" dirty="0">
                    <a:solidFill>
                      <a:srgbClr val="376092"/>
                    </a:solidFill>
                    <a:latin typeface="Calibri"/>
                  </a:rPr>
                  <a:t>0</a:t>
                </a:r>
                <a:r>
                  <a:rPr lang="fr-FR" sz="2400" spc="-1" dirty="0">
                    <a:solidFill>
                      <a:srgbClr val="376092"/>
                    </a:solidFill>
                    <a:latin typeface="Calibri"/>
                  </a:rPr>
                  <a:t> = 1</a:t>
                </a:r>
              </a:p>
              <a:p>
                <a:pPr marL="864000" lvl="1" indent="-324000">
                  <a:spcAft>
                    <a:spcPts val="1134"/>
                  </a:spcAft>
                  <a:buClr>
                    <a:srgbClr val="000000"/>
                  </a:buClr>
                  <a:buSzPct val="45000"/>
                  <a:buFont typeface="Wingdings" charset="2"/>
                  <a:buChar char=""/>
                </a:pPr>
                <a:r>
                  <a:rPr lang="fr-FR" sz="2400" spc="-1" dirty="0">
                    <a:solidFill>
                      <a:srgbClr val="376092"/>
                    </a:solidFill>
                    <a:latin typeface="Calibri"/>
                  </a:rPr>
                  <a:t>Si e</a:t>
                </a:r>
                <a:r>
                  <a:rPr lang="fr-FR" sz="2400" spc="-1" baseline="30000" dirty="0">
                    <a:solidFill>
                      <a:srgbClr val="376092"/>
                    </a:solidFill>
                    <a:latin typeface="Calibri"/>
                  </a:rPr>
                  <a:t>x</a:t>
                </a:r>
                <a:r>
                  <a:rPr lang="fr-FR" sz="2400" spc="-1" dirty="0">
                    <a:solidFill>
                      <a:srgbClr val="376092"/>
                    </a:solidFill>
                    <a:latin typeface="Calibri"/>
                  </a:rPr>
                  <a:t> = y alors x = ln y</a:t>
                </a:r>
                <a:endParaRPr lang="fr-FR" sz="2400" spc="-1" baseline="30000" dirty="0">
                  <a:solidFill>
                    <a:srgbClr val="376092"/>
                  </a:solidFill>
                  <a:latin typeface="Calibri"/>
                </a:endParaRPr>
              </a:p>
              <a:p>
                <a:pPr marL="864000" lvl="1" indent="-324000">
                  <a:spcAft>
                    <a:spcPts val="1134"/>
                  </a:spcAft>
                  <a:buClr>
                    <a:srgbClr val="000000"/>
                  </a:buClr>
                  <a:buSzPct val="45000"/>
                  <a:buFont typeface="Wingdings" charset="2"/>
                  <a:buChar char=""/>
                </a:pPr>
                <a:r>
                  <a:rPr lang="fr-FR" sz="2400" spc="-1" dirty="0">
                    <a:solidFill>
                      <a:srgbClr val="376092"/>
                    </a:solidFill>
                    <a:latin typeface="Calibri"/>
                  </a:rPr>
                  <a:t>Si a et b réels &gt; 0 alors :</a:t>
                </a:r>
              </a:p>
              <a:p>
                <a:pPr marL="1321200" lvl="2" indent="-324000">
                  <a:spcAft>
                    <a:spcPts val="1134"/>
                  </a:spcAft>
                  <a:buClr>
                    <a:srgbClr val="000000"/>
                  </a:buClr>
                  <a:buSzPct val="45000"/>
                  <a:buFont typeface="Wingdings" charset="2"/>
                  <a:buChar char=""/>
                </a:pPr>
                <a:r>
                  <a:rPr lang="fr-FR" sz="2400" spc="-1" dirty="0" err="1">
                    <a:solidFill>
                      <a:srgbClr val="376092"/>
                    </a:solidFill>
                    <a:latin typeface="Calibri"/>
                  </a:rPr>
                  <a:t>e</a:t>
                </a:r>
                <a:r>
                  <a:rPr lang="fr-FR" sz="2400" spc="-1" baseline="30000" dirty="0" err="1">
                    <a:solidFill>
                      <a:srgbClr val="376092"/>
                    </a:solidFill>
                    <a:latin typeface="Calibri"/>
                  </a:rPr>
                  <a:t>a+b</a:t>
                </a:r>
                <a:r>
                  <a:rPr lang="fr-FR" sz="2400" spc="-1" dirty="0">
                    <a:solidFill>
                      <a:srgbClr val="376092"/>
                    </a:solidFill>
                    <a:latin typeface="Calibri"/>
                  </a:rPr>
                  <a:t>= </a:t>
                </a:r>
                <a:r>
                  <a:rPr lang="fr-FR" sz="2400" spc="-1" dirty="0" err="1">
                    <a:solidFill>
                      <a:srgbClr val="376092"/>
                    </a:solidFill>
                    <a:latin typeface="Calibri"/>
                  </a:rPr>
                  <a:t>e</a:t>
                </a:r>
                <a:r>
                  <a:rPr lang="fr-FR" sz="2400" spc="-1" baseline="30000" dirty="0" err="1">
                    <a:solidFill>
                      <a:srgbClr val="376092"/>
                    </a:solidFill>
                    <a:latin typeface="Calibri"/>
                  </a:rPr>
                  <a:t>a</a:t>
                </a:r>
                <a:r>
                  <a:rPr lang="fr-FR" sz="2400" spc="-1" dirty="0">
                    <a:solidFill>
                      <a:srgbClr val="376092"/>
                    </a:solidFill>
                    <a:latin typeface="Calibri"/>
                  </a:rPr>
                  <a:t> * </a:t>
                </a:r>
                <a:r>
                  <a:rPr lang="fr-FR" sz="2400" spc="-1" dirty="0" err="1">
                    <a:solidFill>
                      <a:srgbClr val="376092"/>
                    </a:solidFill>
                    <a:latin typeface="Calibri"/>
                  </a:rPr>
                  <a:t>e</a:t>
                </a:r>
                <a:r>
                  <a:rPr lang="fr-FR" sz="2400" spc="-1" baseline="30000" dirty="0" err="1">
                    <a:solidFill>
                      <a:srgbClr val="376092"/>
                    </a:solidFill>
                    <a:latin typeface="Calibri"/>
                  </a:rPr>
                  <a:t>b</a:t>
                </a:r>
                <a:endParaRPr lang="fr-FR" sz="2400" spc="-1" baseline="30000" dirty="0">
                  <a:solidFill>
                    <a:srgbClr val="376092"/>
                  </a:solidFill>
                  <a:latin typeface="Calibri"/>
                </a:endParaRPr>
              </a:p>
              <a:p>
                <a:pPr marL="1321200" lvl="2" indent="-324000">
                  <a:spcAft>
                    <a:spcPts val="1134"/>
                  </a:spcAft>
                  <a:buClr>
                    <a:srgbClr val="000000"/>
                  </a:buClr>
                  <a:buSzPct val="45000"/>
                  <a:buFont typeface="Wingdings" charset="2"/>
                  <a:buChar char=""/>
                </a:pPr>
                <a:r>
                  <a:rPr lang="fr-FR" sz="2400" spc="-1" dirty="0" err="1">
                    <a:solidFill>
                      <a:srgbClr val="376092"/>
                    </a:solidFill>
                    <a:latin typeface="Calibri"/>
                  </a:rPr>
                  <a:t>e</a:t>
                </a:r>
                <a:r>
                  <a:rPr lang="fr-FR" sz="2400" spc="-1" baseline="30000" dirty="0" err="1">
                    <a:solidFill>
                      <a:srgbClr val="376092"/>
                    </a:solidFill>
                    <a:latin typeface="Calibri"/>
                  </a:rPr>
                  <a:t>a</a:t>
                </a:r>
                <a:r>
                  <a:rPr lang="fr-FR" sz="2400" spc="-1" baseline="30000" dirty="0">
                    <a:solidFill>
                      <a:srgbClr val="376092"/>
                    </a:solidFill>
                    <a:latin typeface="Calibri"/>
                  </a:rPr>
                  <a:t>-b </a:t>
                </a:r>
                <a:r>
                  <a:rPr lang="fr-FR" sz="2400" spc="-1" dirty="0">
                    <a:solidFill>
                      <a:srgbClr val="376092"/>
                    </a:solidFill>
                    <a:latin typeface="Calibri"/>
                  </a:rPr>
                  <a:t>= </a:t>
                </a:r>
                <a14:m>
                  <m:oMath xmlns:m="http://schemas.openxmlformats.org/officeDocument/2006/math">
                    <m:f>
                      <m:fPr>
                        <m:ctrlPr>
                          <a:rPr lang="fr-FR" sz="2400" i="1" spc="-1">
                            <a:solidFill>
                              <a:srgbClr val="376092"/>
                            </a:solidFill>
                            <a:latin typeface="Cambria Math" panose="02040503050406030204" pitchFamily="18" charset="0"/>
                          </a:rPr>
                        </m:ctrlPr>
                      </m:fPr>
                      <m:num>
                        <m:r>
                          <m:rPr>
                            <m:sty m:val="p"/>
                          </m:rPr>
                          <a:rPr lang="fr-FR" sz="2400" b="0" i="0" spc="-1" smtClean="0">
                            <a:solidFill>
                              <a:srgbClr val="376092"/>
                            </a:solidFill>
                            <a:latin typeface="Cambria Math" panose="02040503050406030204" pitchFamily="18" charset="0"/>
                          </a:rPr>
                          <m:t>e</m:t>
                        </m:r>
                        <m:r>
                          <m:rPr>
                            <m:sty m:val="p"/>
                          </m:rPr>
                          <a:rPr lang="fr-FR" sz="2400" b="0" i="0" spc="-1" baseline="30000" smtClean="0">
                            <a:solidFill>
                              <a:srgbClr val="376092"/>
                            </a:solidFill>
                            <a:latin typeface="Cambria Math" panose="02040503050406030204" pitchFamily="18" charset="0"/>
                          </a:rPr>
                          <m:t>a</m:t>
                        </m:r>
                      </m:num>
                      <m:den>
                        <m:r>
                          <a:rPr lang="fr-FR" sz="2400" b="0" i="1" spc="-1" smtClean="0">
                            <a:solidFill>
                              <a:srgbClr val="376092"/>
                            </a:solidFill>
                            <a:latin typeface="Cambria Math" panose="02040503050406030204" pitchFamily="18" charset="0"/>
                          </a:rPr>
                          <m:t>𝑒</m:t>
                        </m:r>
                        <m:r>
                          <a:rPr lang="fr-FR" sz="2400" b="0" i="1" spc="-1" baseline="30000" smtClean="0">
                            <a:solidFill>
                              <a:srgbClr val="376092"/>
                            </a:solidFill>
                            <a:latin typeface="Cambria Math" panose="02040503050406030204" pitchFamily="18" charset="0"/>
                          </a:rPr>
                          <m:t>𝑏</m:t>
                        </m:r>
                      </m:den>
                    </m:f>
                  </m:oMath>
                </a14:m>
                <a:r>
                  <a:rPr lang="fr-FR" sz="2400" spc="-1" dirty="0">
                    <a:solidFill>
                      <a:srgbClr val="376092"/>
                    </a:solidFill>
                    <a:latin typeface="Calibri"/>
                  </a:rPr>
                  <a:t> </a:t>
                </a:r>
              </a:p>
              <a:p>
                <a:pPr marL="1321200" lvl="2" indent="-324000">
                  <a:spcAft>
                    <a:spcPts val="1134"/>
                  </a:spcAft>
                  <a:buClr>
                    <a:srgbClr val="000000"/>
                  </a:buClr>
                  <a:buSzPct val="45000"/>
                  <a:buFont typeface="Wingdings" charset="2"/>
                  <a:buChar char=""/>
                </a:pPr>
                <a:r>
                  <a:rPr lang="fr-FR" sz="2400" spc="-1" dirty="0">
                    <a:solidFill>
                      <a:srgbClr val="376092"/>
                    </a:solidFill>
                    <a:latin typeface="Calibri"/>
                  </a:rPr>
                  <a:t>(</a:t>
                </a:r>
                <a:r>
                  <a:rPr lang="fr-FR" sz="2400" spc="-1" dirty="0" err="1">
                    <a:solidFill>
                      <a:srgbClr val="376092"/>
                    </a:solidFill>
                    <a:latin typeface="Calibri"/>
                  </a:rPr>
                  <a:t>e</a:t>
                </a:r>
                <a:r>
                  <a:rPr lang="fr-FR" sz="2400" spc="-1" baseline="30000" dirty="0" err="1">
                    <a:solidFill>
                      <a:srgbClr val="376092"/>
                    </a:solidFill>
                    <a:latin typeface="Calibri"/>
                  </a:rPr>
                  <a:t>a</a:t>
                </a:r>
                <a:r>
                  <a:rPr lang="fr-FR" sz="2400" spc="-1" dirty="0">
                    <a:solidFill>
                      <a:srgbClr val="376092"/>
                    </a:solidFill>
                    <a:latin typeface="Calibri"/>
                  </a:rPr>
                  <a:t>)</a:t>
                </a:r>
                <a:r>
                  <a:rPr lang="fr-FR" sz="2400" spc="-1" baseline="30000" dirty="0">
                    <a:solidFill>
                      <a:srgbClr val="376092"/>
                    </a:solidFill>
                    <a:latin typeface="Calibri"/>
                  </a:rPr>
                  <a:t>n</a:t>
                </a:r>
                <a:r>
                  <a:rPr lang="fr-FR" sz="2400" spc="-1" dirty="0">
                    <a:solidFill>
                      <a:srgbClr val="376092"/>
                    </a:solidFill>
                    <a:latin typeface="Calibri"/>
                  </a:rPr>
                  <a:t> = </a:t>
                </a:r>
                <a:r>
                  <a:rPr lang="fr-FR" sz="2400" spc="-1" dirty="0" err="1">
                    <a:solidFill>
                      <a:srgbClr val="376092"/>
                    </a:solidFill>
                    <a:latin typeface="Calibri"/>
                  </a:rPr>
                  <a:t>e</a:t>
                </a:r>
                <a:r>
                  <a:rPr lang="fr-FR" sz="2400" spc="-1" baseline="30000" dirty="0" err="1">
                    <a:solidFill>
                      <a:srgbClr val="376092"/>
                    </a:solidFill>
                    <a:latin typeface="Calibri"/>
                  </a:rPr>
                  <a:t>a.n</a:t>
                </a:r>
                <a:endParaRPr lang="fr-FR" sz="2400" spc="-1" baseline="30000" dirty="0">
                  <a:solidFill>
                    <a:srgbClr val="376092"/>
                  </a:solidFill>
                  <a:latin typeface="Calibri"/>
                </a:endParaRPr>
              </a:p>
              <a:p>
                <a:pPr marL="406800" indent="-324000">
                  <a:spcAft>
                    <a:spcPts val="1134"/>
                  </a:spcAft>
                  <a:buClr>
                    <a:srgbClr val="000000"/>
                  </a:buClr>
                  <a:buSzPct val="45000"/>
                  <a:buFont typeface="Wingdings" charset="2"/>
                  <a:buChar char=""/>
                </a:pPr>
                <a:r>
                  <a:rPr lang="fr-FR" sz="2400" spc="-1" dirty="0">
                    <a:solidFill>
                      <a:srgbClr val="376092"/>
                    </a:solidFill>
                    <a:latin typeface="Calibri"/>
                  </a:rPr>
                  <a:t>Etudions le sens de variation de f(x) = </a:t>
                </a:r>
                <a14:m>
                  <m:oMath xmlns:m="http://schemas.openxmlformats.org/officeDocument/2006/math">
                    <m:d>
                      <m:dPr>
                        <m:ctrlPr>
                          <a:rPr lang="fr-FR" sz="2400" b="0" i="1" spc="-1" smtClean="0">
                            <a:solidFill>
                              <a:srgbClr val="376092"/>
                            </a:solidFill>
                            <a:latin typeface="Cambria Math" panose="02040503050406030204" pitchFamily="18" charset="0"/>
                          </a:rPr>
                        </m:ctrlPr>
                      </m:dPr>
                      <m:e>
                        <m:r>
                          <a:rPr lang="fr-FR" sz="2400" b="0" i="1" spc="-1" smtClean="0">
                            <a:solidFill>
                              <a:srgbClr val="376092"/>
                            </a:solidFill>
                            <a:latin typeface="Cambria Math" panose="02040503050406030204" pitchFamily="18" charset="0"/>
                          </a:rPr>
                          <m:t>1 −</m:t>
                        </m:r>
                        <m:r>
                          <a:rPr lang="fr-FR" sz="2400" b="0" i="1" spc="-1" smtClean="0">
                            <a:solidFill>
                              <a:srgbClr val="376092"/>
                            </a:solidFill>
                            <a:latin typeface="Cambria Math" panose="02040503050406030204" pitchFamily="18" charset="0"/>
                          </a:rPr>
                          <m:t>𝑥</m:t>
                        </m:r>
                      </m:e>
                    </m:d>
                    <m:r>
                      <a:rPr lang="fr-FR" sz="2400" b="0" i="1" spc="-1" smtClean="0">
                        <a:solidFill>
                          <a:srgbClr val="376092"/>
                        </a:solidFill>
                        <a:latin typeface="Cambria Math" panose="02040503050406030204" pitchFamily="18" charset="0"/>
                      </a:rPr>
                      <m:t>𝑒</m:t>
                    </m:r>
                    <m:r>
                      <a:rPr lang="fr-FR" sz="2400" b="0" i="1" spc="-1" baseline="30000" smtClean="0">
                        <a:solidFill>
                          <a:srgbClr val="376092"/>
                        </a:solidFill>
                        <a:latin typeface="Cambria Math" panose="02040503050406030204" pitchFamily="18" charset="0"/>
                      </a:rPr>
                      <m:t>𝑥</m:t>
                    </m:r>
                  </m:oMath>
                </a14:m>
                <a:endParaRPr lang="fr-FR" sz="2400" spc="-1" baseline="30000" dirty="0">
                  <a:solidFill>
                    <a:srgbClr val="376092"/>
                  </a:solidFill>
                  <a:latin typeface="Calibri"/>
                </a:endParaRPr>
              </a:p>
              <a:p>
                <a:pPr marL="1321200" lvl="2" indent="-324000">
                  <a:spcAft>
                    <a:spcPts val="1134"/>
                  </a:spcAft>
                  <a:buClr>
                    <a:srgbClr val="000000"/>
                  </a:buClr>
                  <a:buSzPct val="45000"/>
                  <a:buFont typeface="Wingdings" charset="2"/>
                  <a:buChar char=""/>
                </a:pPr>
                <a:endParaRPr lang="fr-FR" sz="2400" spc="-1" dirty="0">
                  <a:solidFill>
                    <a:srgbClr val="376092"/>
                  </a:solidFill>
                  <a:latin typeface="Calibri"/>
                </a:endParaRPr>
              </a:p>
              <a:p>
                <a:pPr marL="406800" indent="-324000">
                  <a:spcAft>
                    <a:spcPts val="1134"/>
                  </a:spcAft>
                  <a:buClr>
                    <a:srgbClr val="000000"/>
                  </a:buClr>
                  <a:buSzPct val="45000"/>
                  <a:buFont typeface="Wingdings" charset="2"/>
                  <a:buChar char=""/>
                </a:pPr>
                <a:endParaRPr lang="fr-FR" sz="2400" spc="-1" dirty="0">
                  <a:solidFill>
                    <a:srgbClr val="376092"/>
                  </a:solidFill>
                  <a:latin typeface="Calibri"/>
                </a:endParaRPr>
              </a:p>
              <a:p>
                <a:pPr marL="82800">
                  <a:spcAft>
                    <a:spcPts val="1134"/>
                  </a:spcAft>
                  <a:buClr>
                    <a:srgbClr val="000000"/>
                  </a:buClr>
                  <a:buSzPct val="45000"/>
                </a:pPr>
                <a:endParaRPr lang="fr-FR" sz="2400" spc="-1" dirty="0">
                  <a:solidFill>
                    <a:srgbClr val="376092"/>
                  </a:solidFill>
                  <a:latin typeface="Calibri"/>
                </a:endParaRPr>
              </a:p>
              <a:p>
                <a:pPr marL="381600" indent="-288000">
                  <a:spcAft>
                    <a:spcPts val="850"/>
                  </a:spcAft>
                  <a:buClr>
                    <a:srgbClr val="000000"/>
                  </a:buClr>
                  <a:buSzPct val="75000"/>
                  <a:buFont typeface="Symbol" charset="2"/>
                  <a:buChar char=""/>
                </a:pPr>
                <a:endParaRPr lang="en-US" sz="2400" b="0" strike="noStrike" spc="-1" dirty="0">
                  <a:solidFill>
                    <a:srgbClr val="376092"/>
                  </a:solidFill>
                  <a:latin typeface="Calibri"/>
                </a:endParaRPr>
              </a:p>
            </p:txBody>
          </p:sp>
        </mc:Choice>
        <mc:Fallback>
          <p:sp>
            <p:nvSpPr>
              <p:cNvPr id="136" name="TextShape 2">
                <a:extLst>
                  <a:ext uri="{FF2B5EF4-FFF2-40B4-BE49-F238E27FC236}">
                    <a16:creationId xmlns:a16="http://schemas.microsoft.com/office/drawing/2014/main" id="{710A6433-9003-6606-4899-F2E481CF803E}"/>
                  </a:ext>
                </a:extLst>
              </p:cNvPr>
              <p:cNvSpPr txBox="1">
                <a:spLocks noRot="1" noChangeAspect="1" noMove="1" noResize="1" noEditPoints="1" noAdjustHandles="1" noChangeArrowheads="1" noChangeShapeType="1" noTextEdit="1"/>
              </p:cNvSpPr>
              <p:nvPr/>
            </p:nvSpPr>
            <p:spPr>
              <a:xfrm>
                <a:off x="457200" y="1233996"/>
                <a:ext cx="8229240" cy="4891764"/>
              </a:xfrm>
              <a:prstGeom prst="rect">
                <a:avLst/>
              </a:prstGeom>
              <a:blipFill>
                <a:blip r:embed="rId2"/>
                <a:stretch>
                  <a:fillRect t="-1868"/>
                </a:stretch>
              </a:blipFill>
              <a:ln w="0">
                <a:noFill/>
              </a:ln>
            </p:spPr>
            <p:txBody>
              <a:bodyPr/>
              <a:lstStyle/>
              <a:p>
                <a:r>
                  <a:rPr lang="fr-FR">
                    <a:noFill/>
                  </a:rPr>
                  <a:t> </a:t>
                </a:r>
              </a:p>
            </p:txBody>
          </p:sp>
        </mc:Fallback>
      </mc:AlternateContent>
    </p:spTree>
    <p:extLst>
      <p:ext uri="{BB962C8B-B14F-4D97-AF65-F5344CB8AC3E}">
        <p14:creationId xmlns:p14="http://schemas.microsoft.com/office/powerpoint/2010/main" val="24327026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 name="TextShape 1"/>
          <p:cNvSpPr txBox="1"/>
          <p:nvPr/>
        </p:nvSpPr>
        <p:spPr>
          <a:xfrm>
            <a:off x="457200" y="274680"/>
            <a:ext cx="8229240" cy="1142640"/>
          </a:xfrm>
          <a:prstGeom prst="rect">
            <a:avLst/>
          </a:prstGeom>
          <a:noFill/>
          <a:ln w="0">
            <a:noFill/>
          </a:ln>
        </p:spPr>
        <p:txBody>
          <a:bodyPr lIns="0" tIns="0" rIns="0" bIns="0">
            <a:noAutofit/>
          </a:bodyPr>
          <a:lstStyle/>
          <a:p>
            <a:r>
              <a:rPr lang="fr-FR" sz="3200" b="0" strike="noStrike" spc="-1" dirty="0">
                <a:solidFill>
                  <a:srgbClr val="376092"/>
                </a:solidFill>
                <a:latin typeface="Arial"/>
              </a:rPr>
              <a:t>Bilan</a:t>
            </a:r>
            <a:endParaRPr lang="en-US" sz="3200" b="0" strike="noStrike" spc="-1" dirty="0">
              <a:solidFill>
                <a:srgbClr val="376092"/>
              </a:solidFill>
              <a:latin typeface="Arial"/>
            </a:endParaRPr>
          </a:p>
        </p:txBody>
      </p:sp>
      <p:sp>
        <p:nvSpPr>
          <p:cNvPr id="186" name="TextShape 2"/>
          <p:cNvSpPr txBox="1"/>
          <p:nvPr/>
        </p:nvSpPr>
        <p:spPr>
          <a:xfrm>
            <a:off x="457200" y="1600200"/>
            <a:ext cx="8229240" cy="5253840"/>
          </a:xfrm>
          <a:prstGeom prst="rect">
            <a:avLst/>
          </a:prstGeom>
          <a:noFill/>
          <a:ln w="0">
            <a:noFill/>
          </a:ln>
        </p:spPr>
        <p:txBody>
          <a:bodyPr lIns="0" tIns="0" rIns="0" bIns="0">
            <a:noAutofit/>
          </a:bodyPr>
          <a:lstStyle/>
          <a:p>
            <a:pPr marL="432000" indent="-324000">
              <a:spcAft>
                <a:spcPts val="1060"/>
              </a:spcAft>
              <a:buClr>
                <a:srgbClr val="000000"/>
              </a:buClr>
              <a:buSzPct val="45000"/>
              <a:buFont typeface="Wingdings" charset="2"/>
              <a:buChar char=""/>
            </a:pPr>
            <a:r>
              <a:rPr lang="fr-FR" sz="2400" b="0" strike="noStrike" spc="-1" dirty="0">
                <a:solidFill>
                  <a:srgbClr val="376092"/>
                </a:solidFill>
                <a:latin typeface="Arial"/>
              </a:rPr>
              <a:t>Résumé des notions abordées.</a:t>
            </a:r>
            <a:endParaRPr lang="en-US" sz="2400" b="0" strike="noStrike" spc="-1" dirty="0">
              <a:solidFill>
                <a:srgbClr val="376092"/>
              </a:solidFill>
              <a:latin typeface="Arial"/>
            </a:endParaRPr>
          </a:p>
          <a:p>
            <a:pPr marL="432000" indent="-324000">
              <a:spcAft>
                <a:spcPts val="1060"/>
              </a:spcAft>
              <a:buClr>
                <a:srgbClr val="000000"/>
              </a:buClr>
              <a:buSzPct val="45000"/>
              <a:buFont typeface="Wingdings" charset="2"/>
              <a:buChar char=""/>
            </a:pPr>
            <a:r>
              <a:rPr lang="fr-FR" sz="2400" b="0" strike="noStrike" spc="-1" dirty="0">
                <a:solidFill>
                  <a:srgbClr val="376092"/>
                </a:solidFill>
                <a:latin typeface="Arial"/>
              </a:rPr>
              <a:t>Questions.</a:t>
            </a:r>
            <a:endParaRPr lang="en-US" sz="2400" b="0" strike="noStrike" spc="-1" dirty="0">
              <a:solidFill>
                <a:srgbClr val="376092"/>
              </a:solidFill>
              <a:latin typeface="Arial"/>
            </a:endParaRPr>
          </a:p>
          <a:p>
            <a:pPr marL="432000" indent="-324000">
              <a:spcAft>
                <a:spcPts val="1060"/>
              </a:spcAft>
              <a:buClr>
                <a:srgbClr val="000000"/>
              </a:buClr>
              <a:buSzPct val="45000"/>
              <a:buFont typeface="Wingdings" charset="2"/>
              <a:buChar char=""/>
            </a:pPr>
            <a:r>
              <a:rPr lang="fr-FR" sz="2400" b="0" strike="noStrike" spc="-1" dirty="0">
                <a:solidFill>
                  <a:srgbClr val="376092"/>
                </a:solidFill>
                <a:latin typeface="Arial"/>
              </a:rPr>
              <a:t>Difficultés particulières ?</a:t>
            </a:r>
            <a:endParaRPr lang="en-US" sz="2400" b="0" strike="noStrike" spc="-1" dirty="0">
              <a:solidFill>
                <a:srgbClr val="376092"/>
              </a:solidFill>
              <a:latin typeface="Arial"/>
            </a:endParaRPr>
          </a:p>
          <a:p>
            <a:pPr marL="1022400" lvl="2">
              <a:spcAft>
                <a:spcPts val="1060"/>
              </a:spcAft>
              <a:buClr>
                <a:srgbClr val="000000"/>
              </a:buClr>
              <a:buSzPct val="45000"/>
            </a:pPr>
            <a:r>
              <a:rPr lang="fr-FR" sz="2400" spc="-1" dirty="0">
                <a:solidFill>
                  <a:srgbClr val="376092"/>
                </a:solidFill>
                <a:latin typeface="Arial"/>
              </a:rPr>
              <a:t>				</a:t>
            </a:r>
            <a:endParaRPr lang="en-US" sz="2400" b="0" strike="noStrike" spc="-1" dirty="0">
              <a:solidFill>
                <a:srgbClr val="376092"/>
              </a:solidFill>
              <a:latin typeface="Arial"/>
            </a:endParaRPr>
          </a:p>
          <a:p>
            <a:pPr marL="1296000" lvl="2" indent="-288000">
              <a:spcAft>
                <a:spcPts val="850"/>
              </a:spcAft>
              <a:buClr>
                <a:srgbClr val="000000"/>
              </a:buClr>
              <a:buSzPct val="75000"/>
              <a:buFont typeface="Symbol" charset="2"/>
              <a:buChar char=""/>
            </a:pPr>
            <a:endParaRPr lang="en-US" sz="2400" b="0" strike="noStrike" spc="-1" dirty="0">
              <a:solidFill>
                <a:srgbClr val="376092"/>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8151</TotalTime>
  <Words>1539</Words>
  <Application>Microsoft Office PowerPoint</Application>
  <PresentationFormat>Affichage à l'écran (4:3)</PresentationFormat>
  <Paragraphs>189</Paragraphs>
  <Slides>18</Slides>
  <Notes>0</Notes>
  <HiddenSlides>0</HiddenSlides>
  <MMClips>0</MMClips>
  <ScaleCrop>false</ScaleCrop>
  <HeadingPairs>
    <vt:vector size="8" baseType="variant">
      <vt:variant>
        <vt:lpstr>Polices utilisées</vt:lpstr>
      </vt:variant>
      <vt:variant>
        <vt:i4>7</vt:i4>
      </vt:variant>
      <vt:variant>
        <vt:lpstr>Thème</vt:lpstr>
      </vt:variant>
      <vt:variant>
        <vt:i4>3</vt:i4>
      </vt:variant>
      <vt:variant>
        <vt:lpstr>Serveurs OLE incorporés</vt:lpstr>
      </vt:variant>
      <vt:variant>
        <vt:i4>1</vt:i4>
      </vt:variant>
      <vt:variant>
        <vt:lpstr>Titres des diapositives</vt:lpstr>
      </vt:variant>
      <vt:variant>
        <vt:i4>18</vt:i4>
      </vt:variant>
    </vt:vector>
  </HeadingPairs>
  <TitlesOfParts>
    <vt:vector size="29" baseType="lpstr">
      <vt:lpstr>Aptos Narrow</vt:lpstr>
      <vt:lpstr>Arial</vt:lpstr>
      <vt:lpstr>Calibri</vt:lpstr>
      <vt:lpstr>Cambria Math</vt:lpstr>
      <vt:lpstr>Symbol</vt:lpstr>
      <vt:lpstr>Times New Roman</vt:lpstr>
      <vt:lpstr>Wingdings</vt:lpstr>
      <vt:lpstr>Office Theme</vt:lpstr>
      <vt:lpstr>Office Theme</vt:lpstr>
      <vt:lpstr>Office Theme</vt:lpstr>
      <vt:lpstr>Feuille de calcul Microsoft Excel</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1-0020 - Template - Clean Wavy (blue)</dc:title>
  <dc:subject/>
  <dc:creator/>
  <dc:description>Free template released by Showeet.</dc:description>
  <cp:lastModifiedBy>SCHLEGEL Philippe</cp:lastModifiedBy>
  <cp:revision>331</cp:revision>
  <dcterms:created xsi:type="dcterms:W3CDTF">2012-01-17T22:15:29Z</dcterms:created>
  <dcterms:modified xsi:type="dcterms:W3CDTF">2026-02-16T12:15:15Z</dcterms:modified>
  <dc:language>fr-FR</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ategory">
    <vt:lpwstr>Templates</vt:lpwstr>
  </property>
  <property fmtid="{D5CDD505-2E9C-101B-9397-08002B2CF9AE}" pid="3" name="Conditions of use">
    <vt:lpwstr>http://creativecommons.org/licenses/by-nd/3.0/</vt:lpwstr>
  </property>
  <property fmtid="{D5CDD505-2E9C-101B-9397-08002B2CF9AE}" pid="4" name="Copyright">
    <vt:lpwstr>© Copyright Showeet.com</vt:lpwstr>
  </property>
  <property fmtid="{D5CDD505-2E9C-101B-9397-08002B2CF9AE}" pid="5" name="ID">
    <vt:lpwstr>#1-0020</vt:lpwstr>
  </property>
  <property fmtid="{D5CDD505-2E9C-101B-9397-08002B2CF9AE}" pid="6" name="Source">
    <vt:lpwstr>http://www.showeet.com</vt:lpwstr>
  </property>
</Properties>
</file>