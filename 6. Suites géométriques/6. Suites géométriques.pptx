
<file path=[Content_Types].xml><?xml version="1.0" encoding="utf-8"?>
<Types xmlns="http://schemas.openxmlformats.org/package/2006/content-types">
  <Default Extension="emf" ContentType="image/x-emf"/>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theme/theme2.xml" ContentType="application/vnd.openxmlformats-officedocument.theme+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theme/theme3.xml" ContentType="application/vnd.openxmlformats-officedocument.theme+xml"/>
  <Override PartName="/ppt/theme/theme4.xml" ContentType="application/vnd.openxmlformats-officedocument.them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p:sldMasterIdLst>
    <p:sldMasterId id="2147483648" r:id="rId1"/>
    <p:sldMasterId id="2147483661" r:id="rId2"/>
    <p:sldMasterId id="2147483674" r:id="rId3"/>
  </p:sldMasterIdLst>
  <p:notesMasterIdLst>
    <p:notesMasterId r:id="rId15"/>
  </p:notesMasterIdLst>
  <p:sldIdLst>
    <p:sldId id="256" r:id="rId4"/>
    <p:sldId id="257" r:id="rId5"/>
    <p:sldId id="349" r:id="rId6"/>
    <p:sldId id="350" r:id="rId7"/>
    <p:sldId id="362" r:id="rId8"/>
    <p:sldId id="363" r:id="rId9"/>
    <p:sldId id="351" r:id="rId10"/>
    <p:sldId id="366" r:id="rId11"/>
    <p:sldId id="354" r:id="rId12"/>
    <p:sldId id="365" r:id="rId13"/>
    <p:sldId id="281" r:id="rId14"/>
  </p:sldIdLst>
  <p:sldSz cx="9144000" cy="6858000" type="screen4x3"/>
  <p:notesSz cx="7559675" cy="10691813"/>
  <p:defaultText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Style moyen 2 - Accentuation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69CF1AB2-1976-4502-BF36-3FF5EA218861}" styleName="Style moyen 4 - Accentuation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solidFill>
            <a:schemeClr val="accent1">
              <a:tint val="20000"/>
            </a:schemeClr>
          </a:solidFill>
        </a:fill>
      </a:tcStyle>
    </a:wholeTbl>
    <a:band1H>
      <a:tcStyle>
        <a:tcBdr/>
        <a:fill>
          <a:solidFill>
            <a:schemeClr val="accent1">
              <a:tint val="40000"/>
            </a:schemeClr>
          </a:solidFill>
        </a:fill>
      </a:tcStyle>
    </a:band1H>
    <a:band1V>
      <a:tcStyle>
        <a:tcBdr/>
        <a:fill>
          <a:solidFill>
            <a:schemeClr val="accent1">
              <a:tint val="40000"/>
            </a:schemeClr>
          </a:solidFill>
        </a:fill>
      </a:tcStyle>
    </a:band1V>
    <a:lastCol>
      <a:tcTxStyle b="on"/>
      <a:tcStyle>
        <a:tcBdr/>
      </a:tcStyle>
    </a:lastCol>
    <a:firstCol>
      <a:tcTxStyle b="on"/>
      <a:tcStyle>
        <a:tcBdr/>
      </a:tcStyle>
    </a:firstCol>
    <a:lastRow>
      <a:tcTxStyle b="on"/>
      <a:tcStyle>
        <a:tcBdr>
          <a:top>
            <a:ln w="25400" cmpd="sng">
              <a:solidFill>
                <a:schemeClr val="accent1"/>
              </a:solidFill>
            </a:ln>
          </a:top>
        </a:tcBdr>
        <a:fill>
          <a:solidFill>
            <a:schemeClr val="accent1">
              <a:tint val="20000"/>
            </a:schemeClr>
          </a:solidFill>
        </a:fill>
      </a:tcStyle>
    </a:lastRow>
    <a:firstRow>
      <a:tcTxStyle b="on"/>
      <a:tcStyle>
        <a:tcBdr/>
        <a:fill>
          <a:solidFill>
            <a:schemeClr val="accent1">
              <a:tint val="20000"/>
            </a:schemeClr>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413" autoAdjust="0"/>
    <p:restoredTop sz="94712" autoAdjust="0"/>
  </p:normalViewPr>
  <p:slideViewPr>
    <p:cSldViewPr snapToGrid="0">
      <p:cViewPr varScale="1">
        <p:scale>
          <a:sx n="156" d="100"/>
          <a:sy n="156" d="100"/>
        </p:scale>
        <p:origin x="1962" y="150"/>
      </p:cViewPr>
      <p:guideLst/>
    </p:cSldViewPr>
  </p:slideViewPr>
  <p:outlineViewPr>
    <p:cViewPr>
      <p:scale>
        <a:sx n="33" d="100"/>
        <a:sy n="33" d="100"/>
      </p:scale>
      <p:origin x="0" y="-396"/>
    </p:cViewPr>
  </p:outlin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5.xml"/><Relationship Id="rId13" Type="http://schemas.openxmlformats.org/officeDocument/2006/relationships/slide" Target="slides/slide10.xml"/><Relationship Id="rId18" Type="http://schemas.openxmlformats.org/officeDocument/2006/relationships/theme" Target="theme/theme1.xml"/><Relationship Id="rId3" Type="http://schemas.openxmlformats.org/officeDocument/2006/relationships/slideMaster" Target="slideMasters/slideMaster3.xml"/><Relationship Id="rId7" Type="http://schemas.openxmlformats.org/officeDocument/2006/relationships/slide" Target="slides/slide4.xml"/><Relationship Id="rId12" Type="http://schemas.openxmlformats.org/officeDocument/2006/relationships/slide" Target="slides/slide9.xml"/><Relationship Id="rId17" Type="http://schemas.openxmlformats.org/officeDocument/2006/relationships/viewProps" Target="viewProps.xml"/><Relationship Id="rId2" Type="http://schemas.openxmlformats.org/officeDocument/2006/relationships/slideMaster" Target="slideMasters/slideMaster2.xml"/><Relationship Id="rId16"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3.xml"/><Relationship Id="rId11" Type="http://schemas.openxmlformats.org/officeDocument/2006/relationships/slide" Target="slides/slide8.xml"/><Relationship Id="rId5" Type="http://schemas.openxmlformats.org/officeDocument/2006/relationships/slide" Target="slides/slide2.xml"/><Relationship Id="rId15" Type="http://schemas.openxmlformats.org/officeDocument/2006/relationships/notesMaster" Target="notesMasters/notesMaster1.xml"/><Relationship Id="rId10" Type="http://schemas.openxmlformats.org/officeDocument/2006/relationships/slide" Target="slides/slide7.xml"/><Relationship Id="rId19" Type="http://schemas.openxmlformats.org/officeDocument/2006/relationships/tableStyles" Target="tableStyles.xml"/><Relationship Id="rId4" Type="http://schemas.openxmlformats.org/officeDocument/2006/relationships/slide" Target="slides/slide1.xml"/><Relationship Id="rId9" Type="http://schemas.openxmlformats.org/officeDocument/2006/relationships/slide" Target="slides/slide6.xml"/><Relationship Id="rId14" Type="http://schemas.openxmlformats.org/officeDocument/2006/relationships/slide" Target="slides/slide1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ce réservé de l'en-tête 1"/>
          <p:cNvSpPr>
            <a:spLocks noGrp="1"/>
          </p:cNvSpPr>
          <p:nvPr>
            <p:ph type="hdr" sz="quarter"/>
          </p:nvPr>
        </p:nvSpPr>
        <p:spPr>
          <a:xfrm>
            <a:off x="0" y="0"/>
            <a:ext cx="3276600" cy="536575"/>
          </a:xfrm>
          <a:prstGeom prst="rect">
            <a:avLst/>
          </a:prstGeom>
        </p:spPr>
        <p:txBody>
          <a:bodyPr vert="horz" lIns="91440" tIns="45720" rIns="91440" bIns="45720" rtlCol="0"/>
          <a:lstStyle>
            <a:lvl1pPr algn="l">
              <a:defRPr sz="1200"/>
            </a:lvl1pPr>
          </a:lstStyle>
          <a:p>
            <a:endParaRPr lang="fr-FR"/>
          </a:p>
        </p:txBody>
      </p:sp>
      <p:sp>
        <p:nvSpPr>
          <p:cNvPr id="3" name="Espace réservé de la date 2"/>
          <p:cNvSpPr>
            <a:spLocks noGrp="1"/>
          </p:cNvSpPr>
          <p:nvPr>
            <p:ph type="dt" idx="1"/>
          </p:nvPr>
        </p:nvSpPr>
        <p:spPr>
          <a:xfrm>
            <a:off x="4281488" y="0"/>
            <a:ext cx="3276600" cy="536575"/>
          </a:xfrm>
          <a:prstGeom prst="rect">
            <a:avLst/>
          </a:prstGeom>
        </p:spPr>
        <p:txBody>
          <a:bodyPr vert="horz" lIns="91440" tIns="45720" rIns="91440" bIns="45720" rtlCol="0"/>
          <a:lstStyle>
            <a:lvl1pPr algn="r">
              <a:defRPr sz="1200"/>
            </a:lvl1pPr>
          </a:lstStyle>
          <a:p>
            <a:fld id="{4D7BB345-1F45-4209-89C2-CEF6D1D81871}" type="datetimeFigureOut">
              <a:rPr lang="fr-FR" smtClean="0"/>
              <a:t>18/04/2025</a:t>
            </a:fld>
            <a:endParaRPr lang="fr-FR"/>
          </a:p>
        </p:txBody>
      </p:sp>
      <p:sp>
        <p:nvSpPr>
          <p:cNvPr id="4" name="Espace réservé de l'image des diapositives 3"/>
          <p:cNvSpPr>
            <a:spLocks noGrp="1" noRot="1" noChangeAspect="1"/>
          </p:cNvSpPr>
          <p:nvPr>
            <p:ph type="sldImg" idx="2"/>
          </p:nvPr>
        </p:nvSpPr>
        <p:spPr>
          <a:xfrm>
            <a:off x="1374775" y="1336675"/>
            <a:ext cx="4810125" cy="3608388"/>
          </a:xfrm>
          <a:prstGeom prst="rect">
            <a:avLst/>
          </a:prstGeom>
          <a:noFill/>
          <a:ln w="12700">
            <a:solidFill>
              <a:prstClr val="black"/>
            </a:solidFill>
          </a:ln>
        </p:spPr>
        <p:txBody>
          <a:bodyPr vert="horz" lIns="91440" tIns="45720" rIns="91440" bIns="45720" rtlCol="0" anchor="ctr"/>
          <a:lstStyle/>
          <a:p>
            <a:endParaRPr lang="fr-FR"/>
          </a:p>
        </p:txBody>
      </p:sp>
      <p:sp>
        <p:nvSpPr>
          <p:cNvPr id="5" name="Espace réservé des notes 4"/>
          <p:cNvSpPr>
            <a:spLocks noGrp="1"/>
          </p:cNvSpPr>
          <p:nvPr>
            <p:ph type="body" sz="quarter" idx="3"/>
          </p:nvPr>
        </p:nvSpPr>
        <p:spPr>
          <a:xfrm>
            <a:off x="755650" y="5145088"/>
            <a:ext cx="6048375" cy="4210050"/>
          </a:xfrm>
          <a:prstGeom prst="rect">
            <a:avLst/>
          </a:prstGeom>
        </p:spPr>
        <p:txBody>
          <a:bodyPr vert="horz" lIns="91440" tIns="45720" rIns="91440" bIns="45720" rtlCol="0"/>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6" name="Espace réservé du pied de page 5"/>
          <p:cNvSpPr>
            <a:spLocks noGrp="1"/>
          </p:cNvSpPr>
          <p:nvPr>
            <p:ph type="ftr" sz="quarter" idx="4"/>
          </p:nvPr>
        </p:nvSpPr>
        <p:spPr>
          <a:xfrm>
            <a:off x="0" y="10155238"/>
            <a:ext cx="3276600" cy="536575"/>
          </a:xfrm>
          <a:prstGeom prst="rect">
            <a:avLst/>
          </a:prstGeom>
        </p:spPr>
        <p:txBody>
          <a:bodyPr vert="horz" lIns="91440" tIns="45720" rIns="91440" bIns="45720" rtlCol="0" anchor="b"/>
          <a:lstStyle>
            <a:lvl1pPr algn="l">
              <a:defRPr sz="1200"/>
            </a:lvl1pPr>
          </a:lstStyle>
          <a:p>
            <a:endParaRPr lang="fr-FR"/>
          </a:p>
        </p:txBody>
      </p:sp>
      <p:sp>
        <p:nvSpPr>
          <p:cNvPr id="7" name="Espace réservé du numéro de diapositive 6"/>
          <p:cNvSpPr>
            <a:spLocks noGrp="1"/>
          </p:cNvSpPr>
          <p:nvPr>
            <p:ph type="sldNum" sz="quarter" idx="5"/>
          </p:nvPr>
        </p:nvSpPr>
        <p:spPr>
          <a:xfrm>
            <a:off x="4281488" y="10155238"/>
            <a:ext cx="3276600" cy="536575"/>
          </a:xfrm>
          <a:prstGeom prst="rect">
            <a:avLst/>
          </a:prstGeom>
        </p:spPr>
        <p:txBody>
          <a:bodyPr vert="horz" lIns="91440" tIns="45720" rIns="91440" bIns="45720" rtlCol="0" anchor="b"/>
          <a:lstStyle>
            <a:lvl1pPr algn="r">
              <a:defRPr sz="1200"/>
            </a:lvl1pPr>
          </a:lstStyle>
          <a:p>
            <a:fld id="{16184EC8-970E-422B-BC5C-6A62245DC653}" type="slidenum">
              <a:rPr lang="fr-FR" smtClean="0"/>
              <a:t>‹N°›</a:t>
            </a:fld>
            <a:endParaRPr lang="fr-FR"/>
          </a:p>
        </p:txBody>
      </p:sp>
    </p:spTree>
    <p:extLst>
      <p:ext uri="{BB962C8B-B14F-4D97-AF65-F5344CB8AC3E}">
        <p14:creationId xmlns:p14="http://schemas.microsoft.com/office/powerpoint/2010/main" val="116912729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p="http://schemas.openxmlformats.org/presentationml/2006/main" type="blank" preserve="1">
  <p:cSld name="Blank Slide">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tx" preserve="1">
  <p:cSld name="Title Slide">
    <p:spTree>
      <p:nvGrpSpPr>
        <p:cNvPr id="1" name=""/>
        <p:cNvGrpSpPr/>
        <p:nvPr/>
      </p:nvGrpSpPr>
      <p:grpSpPr>
        <a:xfrm>
          <a:off x="0" y="0"/>
          <a:ext cx="0" cy="0"/>
          <a:chOff x="0" y="0"/>
          <a:chExt cx="0" cy="0"/>
        </a:xfrm>
      </p:grpSpPr>
      <p:sp>
        <p:nvSpPr>
          <p:cNvPr id="3" name="PlaceHolder 1"/>
          <p:cNvSpPr>
            <a:spLocks noGrp="1"/>
          </p:cNvSpPr>
          <p:nvPr>
            <p:ph type="title"/>
          </p:nvPr>
        </p:nvSpPr>
        <p:spPr>
          <a:xfrm>
            <a:off x="457200" y="274680"/>
            <a:ext cx="8229240" cy="1142640"/>
          </a:xfrm>
          <a:prstGeom prst="rect">
            <a:avLst/>
          </a:prstGeom>
        </p:spPr>
        <p:txBody>
          <a:bodyPr lIns="0" tIns="0" rIns="0" bIns="0">
            <a:noAutofit/>
          </a:bodyPr>
          <a:lstStyle/>
          <a:p>
            <a:endParaRPr lang="en-US" sz="3200" b="0" strike="noStrike" spc="-1">
              <a:solidFill>
                <a:srgbClr val="376092"/>
              </a:solidFill>
              <a:latin typeface="Arial"/>
            </a:endParaRPr>
          </a:p>
        </p:txBody>
      </p:sp>
      <p:sp>
        <p:nvSpPr>
          <p:cNvPr id="4" name="PlaceHolder 2"/>
          <p:cNvSpPr>
            <a:spLocks noGrp="1"/>
          </p:cNvSpPr>
          <p:nvPr>
            <p:ph type="subTitle"/>
          </p:nvPr>
        </p:nvSpPr>
        <p:spPr>
          <a:xfrm>
            <a:off x="457200" y="1600200"/>
            <a:ext cx="8229240" cy="4525560"/>
          </a:xfrm>
          <a:prstGeom prst="rect">
            <a:avLst/>
          </a:prstGeom>
        </p:spPr>
        <p:txBody>
          <a:bodyPr lIns="0" tIns="0" rIns="0" bIns="0" anchor="ctr">
            <a:noAutofit/>
          </a:bodyPr>
          <a:lstStyle/>
          <a:p>
            <a:pPr algn="ctr"/>
            <a:endParaRPr lang="fr-FR" sz="3200" b="0" strike="noStrike" spc="-1">
              <a:latin typeface="Arial"/>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itle, Content">
    <p:spTree>
      <p:nvGrpSpPr>
        <p:cNvPr id="1" name=""/>
        <p:cNvGrpSpPr/>
        <p:nvPr/>
      </p:nvGrpSpPr>
      <p:grpSpPr>
        <a:xfrm>
          <a:off x="0" y="0"/>
          <a:ext cx="0" cy="0"/>
          <a:chOff x="0" y="0"/>
          <a:chExt cx="0" cy="0"/>
        </a:xfrm>
      </p:grpSpPr>
      <p:sp>
        <p:nvSpPr>
          <p:cNvPr id="5" name="PlaceHolder 1"/>
          <p:cNvSpPr>
            <a:spLocks noGrp="1"/>
          </p:cNvSpPr>
          <p:nvPr>
            <p:ph type="title"/>
          </p:nvPr>
        </p:nvSpPr>
        <p:spPr>
          <a:xfrm>
            <a:off x="457200" y="274680"/>
            <a:ext cx="8229240" cy="1142640"/>
          </a:xfrm>
          <a:prstGeom prst="rect">
            <a:avLst/>
          </a:prstGeom>
        </p:spPr>
        <p:txBody>
          <a:bodyPr lIns="0" tIns="0" rIns="0" bIns="0">
            <a:noAutofit/>
          </a:bodyPr>
          <a:lstStyle/>
          <a:p>
            <a:endParaRPr lang="en-US" sz="3200" b="0" strike="noStrike" spc="-1">
              <a:solidFill>
                <a:srgbClr val="376092"/>
              </a:solidFill>
              <a:latin typeface="Arial"/>
            </a:endParaRPr>
          </a:p>
        </p:txBody>
      </p:sp>
      <p:sp>
        <p:nvSpPr>
          <p:cNvPr id="6" name="PlaceHolder 2"/>
          <p:cNvSpPr>
            <a:spLocks noGrp="1"/>
          </p:cNvSpPr>
          <p:nvPr>
            <p:ph type="body"/>
          </p:nvPr>
        </p:nvSpPr>
        <p:spPr>
          <a:xfrm>
            <a:off x="457200" y="1600200"/>
            <a:ext cx="8229240" cy="4525560"/>
          </a:xfrm>
          <a:prstGeom prst="rect">
            <a:avLst/>
          </a:prstGeom>
        </p:spPr>
        <p:txBody>
          <a:bodyPr lIns="0" tIns="0" rIns="0" bIns="0">
            <a:noAutofit/>
          </a:bodyPr>
          <a:lstStyle/>
          <a:p>
            <a:endParaRPr lang="en-US" sz="2400" b="0" strike="noStrike" spc="-1">
              <a:solidFill>
                <a:srgbClr val="376092"/>
              </a:solidFill>
              <a:latin typeface="Arial"/>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itle, 2 Content">
    <p:spTree>
      <p:nvGrpSpPr>
        <p:cNvPr id="1" name=""/>
        <p:cNvGrpSpPr/>
        <p:nvPr/>
      </p:nvGrpSpPr>
      <p:grpSpPr>
        <a:xfrm>
          <a:off x="0" y="0"/>
          <a:ext cx="0" cy="0"/>
          <a:chOff x="0" y="0"/>
          <a:chExt cx="0" cy="0"/>
        </a:xfrm>
      </p:grpSpPr>
      <p:sp>
        <p:nvSpPr>
          <p:cNvPr id="7" name="PlaceHolder 1"/>
          <p:cNvSpPr>
            <a:spLocks noGrp="1"/>
          </p:cNvSpPr>
          <p:nvPr>
            <p:ph type="title"/>
          </p:nvPr>
        </p:nvSpPr>
        <p:spPr>
          <a:xfrm>
            <a:off x="457200" y="274680"/>
            <a:ext cx="8229240" cy="1142640"/>
          </a:xfrm>
          <a:prstGeom prst="rect">
            <a:avLst/>
          </a:prstGeom>
        </p:spPr>
        <p:txBody>
          <a:bodyPr lIns="0" tIns="0" rIns="0" bIns="0">
            <a:noAutofit/>
          </a:bodyPr>
          <a:lstStyle/>
          <a:p>
            <a:endParaRPr lang="en-US" sz="3200" b="0" strike="noStrike" spc="-1">
              <a:solidFill>
                <a:srgbClr val="376092"/>
              </a:solidFill>
              <a:latin typeface="Arial"/>
            </a:endParaRPr>
          </a:p>
        </p:txBody>
      </p:sp>
      <p:sp>
        <p:nvSpPr>
          <p:cNvPr id="8" name="PlaceHolder 2"/>
          <p:cNvSpPr>
            <a:spLocks noGrp="1"/>
          </p:cNvSpPr>
          <p:nvPr>
            <p:ph type="body"/>
          </p:nvPr>
        </p:nvSpPr>
        <p:spPr>
          <a:xfrm>
            <a:off x="457200" y="1600200"/>
            <a:ext cx="4015800" cy="4525560"/>
          </a:xfrm>
          <a:prstGeom prst="rect">
            <a:avLst/>
          </a:prstGeom>
        </p:spPr>
        <p:txBody>
          <a:bodyPr lIns="0" tIns="0" rIns="0" bIns="0">
            <a:noAutofit/>
          </a:bodyPr>
          <a:lstStyle/>
          <a:p>
            <a:endParaRPr lang="en-US" sz="2400" b="0" strike="noStrike" spc="-1">
              <a:solidFill>
                <a:srgbClr val="376092"/>
              </a:solidFill>
              <a:latin typeface="Arial"/>
            </a:endParaRPr>
          </a:p>
        </p:txBody>
      </p:sp>
      <p:sp>
        <p:nvSpPr>
          <p:cNvPr id="9" name="PlaceHolder 3"/>
          <p:cNvSpPr>
            <a:spLocks noGrp="1"/>
          </p:cNvSpPr>
          <p:nvPr>
            <p:ph type="body"/>
          </p:nvPr>
        </p:nvSpPr>
        <p:spPr>
          <a:xfrm>
            <a:off x="4674240" y="1600200"/>
            <a:ext cx="4015800" cy="4525560"/>
          </a:xfrm>
          <a:prstGeom prst="rect">
            <a:avLst/>
          </a:prstGeom>
        </p:spPr>
        <p:txBody>
          <a:bodyPr lIns="0" tIns="0" rIns="0" bIns="0">
            <a:noAutofit/>
          </a:bodyPr>
          <a:lstStyle/>
          <a:p>
            <a:endParaRPr lang="en-US" sz="2400" b="0" strike="noStrike" spc="-1">
              <a:solidFill>
                <a:srgbClr val="376092"/>
              </a:solidFill>
              <a:latin typeface="Arial"/>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10" name="PlaceHolder 1"/>
          <p:cNvSpPr>
            <a:spLocks noGrp="1"/>
          </p:cNvSpPr>
          <p:nvPr>
            <p:ph type="title"/>
          </p:nvPr>
        </p:nvSpPr>
        <p:spPr>
          <a:xfrm>
            <a:off x="457200" y="274680"/>
            <a:ext cx="8229240" cy="1142640"/>
          </a:xfrm>
          <a:prstGeom prst="rect">
            <a:avLst/>
          </a:prstGeom>
        </p:spPr>
        <p:txBody>
          <a:bodyPr lIns="0" tIns="0" rIns="0" bIns="0">
            <a:noAutofit/>
          </a:bodyPr>
          <a:lstStyle/>
          <a:p>
            <a:endParaRPr lang="en-US" sz="3200" b="0" strike="noStrike" spc="-1">
              <a:solidFill>
                <a:srgbClr val="376092"/>
              </a:solidFill>
              <a:latin typeface="Arial"/>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objOnly" preserve="1">
  <p:cSld name="Centered Text">
    <p:spTree>
      <p:nvGrpSpPr>
        <p:cNvPr id="1" name=""/>
        <p:cNvGrpSpPr/>
        <p:nvPr/>
      </p:nvGrpSpPr>
      <p:grpSpPr>
        <a:xfrm>
          <a:off x="0" y="0"/>
          <a:ext cx="0" cy="0"/>
          <a:chOff x="0" y="0"/>
          <a:chExt cx="0" cy="0"/>
        </a:xfrm>
      </p:grpSpPr>
      <p:sp>
        <p:nvSpPr>
          <p:cNvPr id="11" name="PlaceHolder 1"/>
          <p:cNvSpPr>
            <a:spLocks noGrp="1"/>
          </p:cNvSpPr>
          <p:nvPr>
            <p:ph type="subTitle"/>
          </p:nvPr>
        </p:nvSpPr>
        <p:spPr>
          <a:xfrm>
            <a:off x="457200" y="274680"/>
            <a:ext cx="8229240" cy="5297760"/>
          </a:xfrm>
          <a:prstGeom prst="rect">
            <a:avLst/>
          </a:prstGeom>
        </p:spPr>
        <p:txBody>
          <a:bodyPr lIns="0" tIns="0" rIns="0" bIns="0" anchor="ctr">
            <a:noAutofit/>
          </a:bodyPr>
          <a:lstStyle/>
          <a:p>
            <a:pPr algn="ctr"/>
            <a:endParaRPr lang="fr-FR" sz="3200" b="0" strike="noStrike" spc="-1">
              <a:latin typeface="Arial"/>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woObjAndObj" preserve="1">
  <p:cSld name="Title, 2 Content and Content">
    <p:spTree>
      <p:nvGrpSpPr>
        <p:cNvPr id="1" name=""/>
        <p:cNvGrpSpPr/>
        <p:nvPr/>
      </p:nvGrpSpPr>
      <p:grpSpPr>
        <a:xfrm>
          <a:off x="0" y="0"/>
          <a:ext cx="0" cy="0"/>
          <a:chOff x="0" y="0"/>
          <a:chExt cx="0" cy="0"/>
        </a:xfrm>
      </p:grpSpPr>
      <p:sp>
        <p:nvSpPr>
          <p:cNvPr id="12" name="PlaceHolder 1"/>
          <p:cNvSpPr>
            <a:spLocks noGrp="1"/>
          </p:cNvSpPr>
          <p:nvPr>
            <p:ph type="title"/>
          </p:nvPr>
        </p:nvSpPr>
        <p:spPr>
          <a:xfrm>
            <a:off x="457200" y="274680"/>
            <a:ext cx="8229240" cy="1142640"/>
          </a:xfrm>
          <a:prstGeom prst="rect">
            <a:avLst/>
          </a:prstGeom>
        </p:spPr>
        <p:txBody>
          <a:bodyPr lIns="0" tIns="0" rIns="0" bIns="0">
            <a:noAutofit/>
          </a:bodyPr>
          <a:lstStyle/>
          <a:p>
            <a:endParaRPr lang="en-US" sz="3200" b="0" strike="noStrike" spc="-1">
              <a:solidFill>
                <a:srgbClr val="376092"/>
              </a:solidFill>
              <a:latin typeface="Arial"/>
            </a:endParaRPr>
          </a:p>
        </p:txBody>
      </p:sp>
      <p:sp>
        <p:nvSpPr>
          <p:cNvPr id="13" name="PlaceHolder 2"/>
          <p:cNvSpPr>
            <a:spLocks noGrp="1"/>
          </p:cNvSpPr>
          <p:nvPr>
            <p:ph type="body"/>
          </p:nvPr>
        </p:nvSpPr>
        <p:spPr>
          <a:xfrm>
            <a:off x="457200" y="1600200"/>
            <a:ext cx="4015800" cy="2158560"/>
          </a:xfrm>
          <a:prstGeom prst="rect">
            <a:avLst/>
          </a:prstGeom>
        </p:spPr>
        <p:txBody>
          <a:bodyPr lIns="0" tIns="0" rIns="0" bIns="0">
            <a:noAutofit/>
          </a:bodyPr>
          <a:lstStyle/>
          <a:p>
            <a:endParaRPr lang="en-US" sz="2400" b="0" strike="noStrike" spc="-1">
              <a:solidFill>
                <a:srgbClr val="376092"/>
              </a:solidFill>
              <a:latin typeface="Arial"/>
            </a:endParaRPr>
          </a:p>
        </p:txBody>
      </p:sp>
      <p:sp>
        <p:nvSpPr>
          <p:cNvPr id="14" name="PlaceHolder 3"/>
          <p:cNvSpPr>
            <a:spLocks noGrp="1"/>
          </p:cNvSpPr>
          <p:nvPr>
            <p:ph type="body"/>
          </p:nvPr>
        </p:nvSpPr>
        <p:spPr>
          <a:xfrm>
            <a:off x="4674240" y="1600200"/>
            <a:ext cx="4015800" cy="4525560"/>
          </a:xfrm>
          <a:prstGeom prst="rect">
            <a:avLst/>
          </a:prstGeom>
        </p:spPr>
        <p:txBody>
          <a:bodyPr lIns="0" tIns="0" rIns="0" bIns="0">
            <a:noAutofit/>
          </a:bodyPr>
          <a:lstStyle/>
          <a:p>
            <a:endParaRPr lang="en-US" sz="2400" b="0" strike="noStrike" spc="-1">
              <a:solidFill>
                <a:srgbClr val="376092"/>
              </a:solidFill>
              <a:latin typeface="Arial"/>
            </a:endParaRPr>
          </a:p>
        </p:txBody>
      </p:sp>
      <p:sp>
        <p:nvSpPr>
          <p:cNvPr id="15" name="PlaceHolder 4"/>
          <p:cNvSpPr>
            <a:spLocks noGrp="1"/>
          </p:cNvSpPr>
          <p:nvPr>
            <p:ph type="body"/>
          </p:nvPr>
        </p:nvSpPr>
        <p:spPr>
          <a:xfrm>
            <a:off x="457200" y="3964320"/>
            <a:ext cx="4015800" cy="2158560"/>
          </a:xfrm>
          <a:prstGeom prst="rect">
            <a:avLst/>
          </a:prstGeom>
        </p:spPr>
        <p:txBody>
          <a:bodyPr lIns="0" tIns="0" rIns="0" bIns="0">
            <a:noAutofit/>
          </a:bodyPr>
          <a:lstStyle/>
          <a:p>
            <a:endParaRPr lang="en-US" sz="2400" b="0" strike="noStrike" spc="-1">
              <a:solidFill>
                <a:srgbClr val="376092"/>
              </a:solidFill>
              <a:latin typeface="Arial"/>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AndTwoObj" preserve="1">
  <p:cSld name="Title Content and 2 Content">
    <p:spTree>
      <p:nvGrpSpPr>
        <p:cNvPr id="1" name=""/>
        <p:cNvGrpSpPr/>
        <p:nvPr/>
      </p:nvGrpSpPr>
      <p:grpSpPr>
        <a:xfrm>
          <a:off x="0" y="0"/>
          <a:ext cx="0" cy="0"/>
          <a:chOff x="0" y="0"/>
          <a:chExt cx="0" cy="0"/>
        </a:xfrm>
      </p:grpSpPr>
      <p:sp>
        <p:nvSpPr>
          <p:cNvPr id="16" name="PlaceHolder 1"/>
          <p:cNvSpPr>
            <a:spLocks noGrp="1"/>
          </p:cNvSpPr>
          <p:nvPr>
            <p:ph type="title"/>
          </p:nvPr>
        </p:nvSpPr>
        <p:spPr>
          <a:xfrm>
            <a:off x="457200" y="274680"/>
            <a:ext cx="8229240" cy="1142640"/>
          </a:xfrm>
          <a:prstGeom prst="rect">
            <a:avLst/>
          </a:prstGeom>
        </p:spPr>
        <p:txBody>
          <a:bodyPr lIns="0" tIns="0" rIns="0" bIns="0">
            <a:noAutofit/>
          </a:bodyPr>
          <a:lstStyle/>
          <a:p>
            <a:endParaRPr lang="en-US" sz="3200" b="0" strike="noStrike" spc="-1">
              <a:solidFill>
                <a:srgbClr val="376092"/>
              </a:solidFill>
              <a:latin typeface="Arial"/>
            </a:endParaRPr>
          </a:p>
        </p:txBody>
      </p:sp>
      <p:sp>
        <p:nvSpPr>
          <p:cNvPr id="17" name="PlaceHolder 2"/>
          <p:cNvSpPr>
            <a:spLocks noGrp="1"/>
          </p:cNvSpPr>
          <p:nvPr>
            <p:ph type="body"/>
          </p:nvPr>
        </p:nvSpPr>
        <p:spPr>
          <a:xfrm>
            <a:off x="457200" y="1600200"/>
            <a:ext cx="4015800" cy="4525560"/>
          </a:xfrm>
          <a:prstGeom prst="rect">
            <a:avLst/>
          </a:prstGeom>
        </p:spPr>
        <p:txBody>
          <a:bodyPr lIns="0" tIns="0" rIns="0" bIns="0">
            <a:noAutofit/>
          </a:bodyPr>
          <a:lstStyle/>
          <a:p>
            <a:endParaRPr lang="en-US" sz="2400" b="0" strike="noStrike" spc="-1">
              <a:solidFill>
                <a:srgbClr val="376092"/>
              </a:solidFill>
              <a:latin typeface="Arial"/>
            </a:endParaRPr>
          </a:p>
        </p:txBody>
      </p:sp>
      <p:sp>
        <p:nvSpPr>
          <p:cNvPr id="18" name="PlaceHolder 3"/>
          <p:cNvSpPr>
            <a:spLocks noGrp="1"/>
          </p:cNvSpPr>
          <p:nvPr>
            <p:ph type="body"/>
          </p:nvPr>
        </p:nvSpPr>
        <p:spPr>
          <a:xfrm>
            <a:off x="4674240" y="1600200"/>
            <a:ext cx="4015800" cy="2158560"/>
          </a:xfrm>
          <a:prstGeom prst="rect">
            <a:avLst/>
          </a:prstGeom>
        </p:spPr>
        <p:txBody>
          <a:bodyPr lIns="0" tIns="0" rIns="0" bIns="0">
            <a:noAutofit/>
          </a:bodyPr>
          <a:lstStyle/>
          <a:p>
            <a:endParaRPr lang="en-US" sz="2400" b="0" strike="noStrike" spc="-1">
              <a:solidFill>
                <a:srgbClr val="376092"/>
              </a:solidFill>
              <a:latin typeface="Arial"/>
            </a:endParaRPr>
          </a:p>
        </p:txBody>
      </p:sp>
      <p:sp>
        <p:nvSpPr>
          <p:cNvPr id="19" name="PlaceHolder 4"/>
          <p:cNvSpPr>
            <a:spLocks noGrp="1"/>
          </p:cNvSpPr>
          <p:nvPr>
            <p:ph type="body"/>
          </p:nvPr>
        </p:nvSpPr>
        <p:spPr>
          <a:xfrm>
            <a:off x="4674240" y="3964320"/>
            <a:ext cx="4015800" cy="2158560"/>
          </a:xfrm>
          <a:prstGeom prst="rect">
            <a:avLst/>
          </a:prstGeom>
        </p:spPr>
        <p:txBody>
          <a:bodyPr lIns="0" tIns="0" rIns="0" bIns="0">
            <a:noAutofit/>
          </a:bodyPr>
          <a:lstStyle/>
          <a:p>
            <a:endParaRPr lang="en-US" sz="2400" b="0" strike="noStrike" spc="-1">
              <a:solidFill>
                <a:srgbClr val="376092"/>
              </a:solidFill>
              <a:latin typeface="Arial"/>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twoObjOverTx" preserve="1">
  <p:cSld name="Title, 2 Content over Content">
    <p:spTree>
      <p:nvGrpSpPr>
        <p:cNvPr id="1" name=""/>
        <p:cNvGrpSpPr/>
        <p:nvPr/>
      </p:nvGrpSpPr>
      <p:grpSpPr>
        <a:xfrm>
          <a:off x="0" y="0"/>
          <a:ext cx="0" cy="0"/>
          <a:chOff x="0" y="0"/>
          <a:chExt cx="0" cy="0"/>
        </a:xfrm>
      </p:grpSpPr>
      <p:sp>
        <p:nvSpPr>
          <p:cNvPr id="20" name="PlaceHolder 1"/>
          <p:cNvSpPr>
            <a:spLocks noGrp="1"/>
          </p:cNvSpPr>
          <p:nvPr>
            <p:ph type="title"/>
          </p:nvPr>
        </p:nvSpPr>
        <p:spPr>
          <a:xfrm>
            <a:off x="457200" y="274680"/>
            <a:ext cx="8229240" cy="1142640"/>
          </a:xfrm>
          <a:prstGeom prst="rect">
            <a:avLst/>
          </a:prstGeom>
        </p:spPr>
        <p:txBody>
          <a:bodyPr lIns="0" tIns="0" rIns="0" bIns="0">
            <a:noAutofit/>
          </a:bodyPr>
          <a:lstStyle/>
          <a:p>
            <a:endParaRPr lang="en-US" sz="3200" b="0" strike="noStrike" spc="-1">
              <a:solidFill>
                <a:srgbClr val="376092"/>
              </a:solidFill>
              <a:latin typeface="Arial"/>
            </a:endParaRPr>
          </a:p>
        </p:txBody>
      </p:sp>
      <p:sp>
        <p:nvSpPr>
          <p:cNvPr id="21" name="PlaceHolder 2"/>
          <p:cNvSpPr>
            <a:spLocks noGrp="1"/>
          </p:cNvSpPr>
          <p:nvPr>
            <p:ph type="body"/>
          </p:nvPr>
        </p:nvSpPr>
        <p:spPr>
          <a:xfrm>
            <a:off x="457200" y="1600200"/>
            <a:ext cx="4015800" cy="2158560"/>
          </a:xfrm>
          <a:prstGeom prst="rect">
            <a:avLst/>
          </a:prstGeom>
        </p:spPr>
        <p:txBody>
          <a:bodyPr lIns="0" tIns="0" rIns="0" bIns="0">
            <a:noAutofit/>
          </a:bodyPr>
          <a:lstStyle/>
          <a:p>
            <a:endParaRPr lang="en-US" sz="2400" b="0" strike="noStrike" spc="-1">
              <a:solidFill>
                <a:srgbClr val="376092"/>
              </a:solidFill>
              <a:latin typeface="Arial"/>
            </a:endParaRPr>
          </a:p>
        </p:txBody>
      </p:sp>
      <p:sp>
        <p:nvSpPr>
          <p:cNvPr id="22" name="PlaceHolder 3"/>
          <p:cNvSpPr>
            <a:spLocks noGrp="1"/>
          </p:cNvSpPr>
          <p:nvPr>
            <p:ph type="body"/>
          </p:nvPr>
        </p:nvSpPr>
        <p:spPr>
          <a:xfrm>
            <a:off x="4674240" y="1600200"/>
            <a:ext cx="4015800" cy="2158560"/>
          </a:xfrm>
          <a:prstGeom prst="rect">
            <a:avLst/>
          </a:prstGeom>
        </p:spPr>
        <p:txBody>
          <a:bodyPr lIns="0" tIns="0" rIns="0" bIns="0">
            <a:noAutofit/>
          </a:bodyPr>
          <a:lstStyle/>
          <a:p>
            <a:endParaRPr lang="en-US" sz="2400" b="0" strike="noStrike" spc="-1">
              <a:solidFill>
                <a:srgbClr val="376092"/>
              </a:solidFill>
              <a:latin typeface="Arial"/>
            </a:endParaRPr>
          </a:p>
        </p:txBody>
      </p:sp>
      <p:sp>
        <p:nvSpPr>
          <p:cNvPr id="23" name="PlaceHolder 4"/>
          <p:cNvSpPr>
            <a:spLocks noGrp="1"/>
          </p:cNvSpPr>
          <p:nvPr>
            <p:ph type="body"/>
          </p:nvPr>
        </p:nvSpPr>
        <p:spPr>
          <a:xfrm>
            <a:off x="457200" y="3964320"/>
            <a:ext cx="8229240" cy="2158560"/>
          </a:xfrm>
          <a:prstGeom prst="rect">
            <a:avLst/>
          </a:prstGeom>
        </p:spPr>
        <p:txBody>
          <a:bodyPr lIns="0" tIns="0" rIns="0" bIns="0">
            <a:noAutofit/>
          </a:bodyPr>
          <a:lstStyle/>
          <a:p>
            <a:endParaRPr lang="en-US" sz="2400" b="0" strike="noStrike" spc="-1">
              <a:solidFill>
                <a:srgbClr val="376092"/>
              </a:solidFill>
              <a:latin typeface="Arial"/>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objOverTx" preserve="1">
  <p:cSld name="Title, Content over Content">
    <p:spTree>
      <p:nvGrpSpPr>
        <p:cNvPr id="1" name=""/>
        <p:cNvGrpSpPr/>
        <p:nvPr/>
      </p:nvGrpSpPr>
      <p:grpSpPr>
        <a:xfrm>
          <a:off x="0" y="0"/>
          <a:ext cx="0" cy="0"/>
          <a:chOff x="0" y="0"/>
          <a:chExt cx="0" cy="0"/>
        </a:xfrm>
      </p:grpSpPr>
      <p:sp>
        <p:nvSpPr>
          <p:cNvPr id="24" name="PlaceHolder 1"/>
          <p:cNvSpPr>
            <a:spLocks noGrp="1"/>
          </p:cNvSpPr>
          <p:nvPr>
            <p:ph type="title"/>
          </p:nvPr>
        </p:nvSpPr>
        <p:spPr>
          <a:xfrm>
            <a:off x="457200" y="274680"/>
            <a:ext cx="8229240" cy="1142640"/>
          </a:xfrm>
          <a:prstGeom prst="rect">
            <a:avLst/>
          </a:prstGeom>
        </p:spPr>
        <p:txBody>
          <a:bodyPr lIns="0" tIns="0" rIns="0" bIns="0">
            <a:noAutofit/>
          </a:bodyPr>
          <a:lstStyle/>
          <a:p>
            <a:endParaRPr lang="en-US" sz="3200" b="0" strike="noStrike" spc="-1">
              <a:solidFill>
                <a:srgbClr val="376092"/>
              </a:solidFill>
              <a:latin typeface="Arial"/>
            </a:endParaRPr>
          </a:p>
        </p:txBody>
      </p:sp>
      <p:sp>
        <p:nvSpPr>
          <p:cNvPr id="25" name="PlaceHolder 2"/>
          <p:cNvSpPr>
            <a:spLocks noGrp="1"/>
          </p:cNvSpPr>
          <p:nvPr>
            <p:ph type="body"/>
          </p:nvPr>
        </p:nvSpPr>
        <p:spPr>
          <a:xfrm>
            <a:off x="457200" y="1600200"/>
            <a:ext cx="8229240" cy="2158560"/>
          </a:xfrm>
          <a:prstGeom prst="rect">
            <a:avLst/>
          </a:prstGeom>
        </p:spPr>
        <p:txBody>
          <a:bodyPr lIns="0" tIns="0" rIns="0" bIns="0">
            <a:noAutofit/>
          </a:bodyPr>
          <a:lstStyle/>
          <a:p>
            <a:endParaRPr lang="en-US" sz="2400" b="0" strike="noStrike" spc="-1">
              <a:solidFill>
                <a:srgbClr val="376092"/>
              </a:solidFill>
              <a:latin typeface="Arial"/>
            </a:endParaRPr>
          </a:p>
        </p:txBody>
      </p:sp>
      <p:sp>
        <p:nvSpPr>
          <p:cNvPr id="26" name="PlaceHolder 3"/>
          <p:cNvSpPr>
            <a:spLocks noGrp="1"/>
          </p:cNvSpPr>
          <p:nvPr>
            <p:ph type="body"/>
          </p:nvPr>
        </p:nvSpPr>
        <p:spPr>
          <a:xfrm>
            <a:off x="457200" y="3964320"/>
            <a:ext cx="8229240" cy="2158560"/>
          </a:xfrm>
          <a:prstGeom prst="rect">
            <a:avLst/>
          </a:prstGeom>
        </p:spPr>
        <p:txBody>
          <a:bodyPr lIns="0" tIns="0" rIns="0" bIns="0">
            <a:noAutofit/>
          </a:bodyPr>
          <a:lstStyle/>
          <a:p>
            <a:endParaRPr lang="en-US" sz="2400" b="0" strike="noStrike" spc="-1">
              <a:solidFill>
                <a:srgbClr val="376092"/>
              </a:solidFill>
              <a:latin typeface="Arial"/>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fourObj" preserve="1">
  <p:cSld name="Title, 4 Content">
    <p:spTree>
      <p:nvGrpSpPr>
        <p:cNvPr id="1" name=""/>
        <p:cNvGrpSpPr/>
        <p:nvPr/>
      </p:nvGrpSpPr>
      <p:grpSpPr>
        <a:xfrm>
          <a:off x="0" y="0"/>
          <a:ext cx="0" cy="0"/>
          <a:chOff x="0" y="0"/>
          <a:chExt cx="0" cy="0"/>
        </a:xfrm>
      </p:grpSpPr>
      <p:sp>
        <p:nvSpPr>
          <p:cNvPr id="27" name="PlaceHolder 1"/>
          <p:cNvSpPr>
            <a:spLocks noGrp="1"/>
          </p:cNvSpPr>
          <p:nvPr>
            <p:ph type="title"/>
          </p:nvPr>
        </p:nvSpPr>
        <p:spPr>
          <a:xfrm>
            <a:off x="457200" y="274680"/>
            <a:ext cx="8229240" cy="1142640"/>
          </a:xfrm>
          <a:prstGeom prst="rect">
            <a:avLst/>
          </a:prstGeom>
        </p:spPr>
        <p:txBody>
          <a:bodyPr lIns="0" tIns="0" rIns="0" bIns="0">
            <a:noAutofit/>
          </a:bodyPr>
          <a:lstStyle/>
          <a:p>
            <a:endParaRPr lang="en-US" sz="3200" b="0" strike="noStrike" spc="-1">
              <a:solidFill>
                <a:srgbClr val="376092"/>
              </a:solidFill>
              <a:latin typeface="Arial"/>
            </a:endParaRPr>
          </a:p>
        </p:txBody>
      </p:sp>
      <p:sp>
        <p:nvSpPr>
          <p:cNvPr id="28" name="PlaceHolder 2"/>
          <p:cNvSpPr>
            <a:spLocks noGrp="1"/>
          </p:cNvSpPr>
          <p:nvPr>
            <p:ph type="body"/>
          </p:nvPr>
        </p:nvSpPr>
        <p:spPr>
          <a:xfrm>
            <a:off x="457200" y="1600200"/>
            <a:ext cx="4015800" cy="2158560"/>
          </a:xfrm>
          <a:prstGeom prst="rect">
            <a:avLst/>
          </a:prstGeom>
        </p:spPr>
        <p:txBody>
          <a:bodyPr lIns="0" tIns="0" rIns="0" bIns="0">
            <a:noAutofit/>
          </a:bodyPr>
          <a:lstStyle/>
          <a:p>
            <a:endParaRPr lang="en-US" sz="2400" b="0" strike="noStrike" spc="-1">
              <a:solidFill>
                <a:srgbClr val="376092"/>
              </a:solidFill>
              <a:latin typeface="Arial"/>
            </a:endParaRPr>
          </a:p>
        </p:txBody>
      </p:sp>
      <p:sp>
        <p:nvSpPr>
          <p:cNvPr id="29" name="PlaceHolder 3"/>
          <p:cNvSpPr>
            <a:spLocks noGrp="1"/>
          </p:cNvSpPr>
          <p:nvPr>
            <p:ph type="body"/>
          </p:nvPr>
        </p:nvSpPr>
        <p:spPr>
          <a:xfrm>
            <a:off x="4674240" y="1600200"/>
            <a:ext cx="4015800" cy="2158560"/>
          </a:xfrm>
          <a:prstGeom prst="rect">
            <a:avLst/>
          </a:prstGeom>
        </p:spPr>
        <p:txBody>
          <a:bodyPr lIns="0" tIns="0" rIns="0" bIns="0">
            <a:noAutofit/>
          </a:bodyPr>
          <a:lstStyle/>
          <a:p>
            <a:endParaRPr lang="en-US" sz="2400" b="0" strike="noStrike" spc="-1">
              <a:solidFill>
                <a:srgbClr val="376092"/>
              </a:solidFill>
              <a:latin typeface="Arial"/>
            </a:endParaRPr>
          </a:p>
        </p:txBody>
      </p:sp>
      <p:sp>
        <p:nvSpPr>
          <p:cNvPr id="30" name="PlaceHolder 4"/>
          <p:cNvSpPr>
            <a:spLocks noGrp="1"/>
          </p:cNvSpPr>
          <p:nvPr>
            <p:ph type="body"/>
          </p:nvPr>
        </p:nvSpPr>
        <p:spPr>
          <a:xfrm>
            <a:off x="457200" y="3964320"/>
            <a:ext cx="4015800" cy="2158560"/>
          </a:xfrm>
          <a:prstGeom prst="rect">
            <a:avLst/>
          </a:prstGeom>
        </p:spPr>
        <p:txBody>
          <a:bodyPr lIns="0" tIns="0" rIns="0" bIns="0">
            <a:noAutofit/>
          </a:bodyPr>
          <a:lstStyle/>
          <a:p>
            <a:endParaRPr lang="en-US" sz="2400" b="0" strike="noStrike" spc="-1">
              <a:solidFill>
                <a:srgbClr val="376092"/>
              </a:solidFill>
              <a:latin typeface="Arial"/>
            </a:endParaRPr>
          </a:p>
        </p:txBody>
      </p:sp>
      <p:sp>
        <p:nvSpPr>
          <p:cNvPr id="31" name="PlaceHolder 5"/>
          <p:cNvSpPr>
            <a:spLocks noGrp="1"/>
          </p:cNvSpPr>
          <p:nvPr>
            <p:ph type="body"/>
          </p:nvPr>
        </p:nvSpPr>
        <p:spPr>
          <a:xfrm>
            <a:off x="4674240" y="3964320"/>
            <a:ext cx="4015800" cy="2158560"/>
          </a:xfrm>
          <a:prstGeom prst="rect">
            <a:avLst/>
          </a:prstGeom>
        </p:spPr>
        <p:txBody>
          <a:bodyPr lIns="0" tIns="0" rIns="0" bIns="0">
            <a:noAutofit/>
          </a:bodyPr>
          <a:lstStyle/>
          <a:p>
            <a:endParaRPr lang="en-US" sz="2400" b="0" strike="noStrike" spc="-1">
              <a:solidFill>
                <a:srgbClr val="376092"/>
              </a:solidFill>
              <a:latin typeface="Arial"/>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blank" preserve="1">
  <p:cSld name="Title, 6 Content">
    <p:spTree>
      <p:nvGrpSpPr>
        <p:cNvPr id="1" name=""/>
        <p:cNvGrpSpPr/>
        <p:nvPr/>
      </p:nvGrpSpPr>
      <p:grpSpPr>
        <a:xfrm>
          <a:off x="0" y="0"/>
          <a:ext cx="0" cy="0"/>
          <a:chOff x="0" y="0"/>
          <a:chExt cx="0" cy="0"/>
        </a:xfrm>
      </p:grpSpPr>
      <p:sp>
        <p:nvSpPr>
          <p:cNvPr id="32" name="PlaceHolder 1"/>
          <p:cNvSpPr>
            <a:spLocks noGrp="1"/>
          </p:cNvSpPr>
          <p:nvPr>
            <p:ph type="title"/>
          </p:nvPr>
        </p:nvSpPr>
        <p:spPr>
          <a:xfrm>
            <a:off x="457200" y="274680"/>
            <a:ext cx="8229240" cy="1142640"/>
          </a:xfrm>
          <a:prstGeom prst="rect">
            <a:avLst/>
          </a:prstGeom>
        </p:spPr>
        <p:txBody>
          <a:bodyPr lIns="0" tIns="0" rIns="0" bIns="0">
            <a:noAutofit/>
          </a:bodyPr>
          <a:lstStyle/>
          <a:p>
            <a:endParaRPr lang="en-US" sz="3200" b="0" strike="noStrike" spc="-1">
              <a:solidFill>
                <a:srgbClr val="376092"/>
              </a:solidFill>
              <a:latin typeface="Arial"/>
            </a:endParaRPr>
          </a:p>
        </p:txBody>
      </p:sp>
      <p:sp>
        <p:nvSpPr>
          <p:cNvPr id="33" name="PlaceHolder 2"/>
          <p:cNvSpPr>
            <a:spLocks noGrp="1"/>
          </p:cNvSpPr>
          <p:nvPr>
            <p:ph type="body"/>
          </p:nvPr>
        </p:nvSpPr>
        <p:spPr>
          <a:xfrm>
            <a:off x="457200" y="1600200"/>
            <a:ext cx="2649600" cy="2158560"/>
          </a:xfrm>
          <a:prstGeom prst="rect">
            <a:avLst/>
          </a:prstGeom>
        </p:spPr>
        <p:txBody>
          <a:bodyPr lIns="0" tIns="0" rIns="0" bIns="0">
            <a:noAutofit/>
          </a:bodyPr>
          <a:lstStyle/>
          <a:p>
            <a:endParaRPr lang="en-US" sz="2400" b="0" strike="noStrike" spc="-1">
              <a:solidFill>
                <a:srgbClr val="376092"/>
              </a:solidFill>
              <a:latin typeface="Arial"/>
            </a:endParaRPr>
          </a:p>
        </p:txBody>
      </p:sp>
      <p:sp>
        <p:nvSpPr>
          <p:cNvPr id="34" name="PlaceHolder 3"/>
          <p:cNvSpPr>
            <a:spLocks noGrp="1"/>
          </p:cNvSpPr>
          <p:nvPr>
            <p:ph type="body"/>
          </p:nvPr>
        </p:nvSpPr>
        <p:spPr>
          <a:xfrm>
            <a:off x="3239640" y="1600200"/>
            <a:ext cx="2649600" cy="2158560"/>
          </a:xfrm>
          <a:prstGeom prst="rect">
            <a:avLst/>
          </a:prstGeom>
        </p:spPr>
        <p:txBody>
          <a:bodyPr lIns="0" tIns="0" rIns="0" bIns="0">
            <a:noAutofit/>
          </a:bodyPr>
          <a:lstStyle/>
          <a:p>
            <a:endParaRPr lang="en-US" sz="2400" b="0" strike="noStrike" spc="-1">
              <a:solidFill>
                <a:srgbClr val="376092"/>
              </a:solidFill>
              <a:latin typeface="Arial"/>
            </a:endParaRPr>
          </a:p>
        </p:txBody>
      </p:sp>
      <p:sp>
        <p:nvSpPr>
          <p:cNvPr id="35" name="PlaceHolder 4"/>
          <p:cNvSpPr>
            <a:spLocks noGrp="1"/>
          </p:cNvSpPr>
          <p:nvPr>
            <p:ph type="body"/>
          </p:nvPr>
        </p:nvSpPr>
        <p:spPr>
          <a:xfrm>
            <a:off x="6022080" y="1600200"/>
            <a:ext cx="2649600" cy="2158560"/>
          </a:xfrm>
          <a:prstGeom prst="rect">
            <a:avLst/>
          </a:prstGeom>
        </p:spPr>
        <p:txBody>
          <a:bodyPr lIns="0" tIns="0" rIns="0" bIns="0">
            <a:noAutofit/>
          </a:bodyPr>
          <a:lstStyle/>
          <a:p>
            <a:endParaRPr lang="en-US" sz="2400" b="0" strike="noStrike" spc="-1">
              <a:solidFill>
                <a:srgbClr val="376092"/>
              </a:solidFill>
              <a:latin typeface="Arial"/>
            </a:endParaRPr>
          </a:p>
        </p:txBody>
      </p:sp>
      <p:sp>
        <p:nvSpPr>
          <p:cNvPr id="36" name="PlaceHolder 5"/>
          <p:cNvSpPr>
            <a:spLocks noGrp="1"/>
          </p:cNvSpPr>
          <p:nvPr>
            <p:ph type="body"/>
          </p:nvPr>
        </p:nvSpPr>
        <p:spPr>
          <a:xfrm>
            <a:off x="457200" y="3964320"/>
            <a:ext cx="2649600" cy="2158560"/>
          </a:xfrm>
          <a:prstGeom prst="rect">
            <a:avLst/>
          </a:prstGeom>
        </p:spPr>
        <p:txBody>
          <a:bodyPr lIns="0" tIns="0" rIns="0" bIns="0">
            <a:noAutofit/>
          </a:bodyPr>
          <a:lstStyle/>
          <a:p>
            <a:endParaRPr lang="en-US" sz="2400" b="0" strike="noStrike" spc="-1">
              <a:solidFill>
                <a:srgbClr val="376092"/>
              </a:solidFill>
              <a:latin typeface="Arial"/>
            </a:endParaRPr>
          </a:p>
        </p:txBody>
      </p:sp>
      <p:sp>
        <p:nvSpPr>
          <p:cNvPr id="37" name="PlaceHolder 6"/>
          <p:cNvSpPr>
            <a:spLocks noGrp="1"/>
          </p:cNvSpPr>
          <p:nvPr>
            <p:ph type="body"/>
          </p:nvPr>
        </p:nvSpPr>
        <p:spPr>
          <a:xfrm>
            <a:off x="3239640" y="3964320"/>
            <a:ext cx="2649600" cy="2158560"/>
          </a:xfrm>
          <a:prstGeom prst="rect">
            <a:avLst/>
          </a:prstGeom>
        </p:spPr>
        <p:txBody>
          <a:bodyPr lIns="0" tIns="0" rIns="0" bIns="0">
            <a:noAutofit/>
          </a:bodyPr>
          <a:lstStyle/>
          <a:p>
            <a:endParaRPr lang="en-US" sz="2400" b="0" strike="noStrike" spc="-1">
              <a:solidFill>
                <a:srgbClr val="376092"/>
              </a:solidFill>
              <a:latin typeface="Arial"/>
            </a:endParaRPr>
          </a:p>
        </p:txBody>
      </p:sp>
      <p:sp>
        <p:nvSpPr>
          <p:cNvPr id="38" name="PlaceHolder 7"/>
          <p:cNvSpPr>
            <a:spLocks noGrp="1"/>
          </p:cNvSpPr>
          <p:nvPr>
            <p:ph type="body"/>
          </p:nvPr>
        </p:nvSpPr>
        <p:spPr>
          <a:xfrm>
            <a:off x="6022080" y="3964320"/>
            <a:ext cx="2649600" cy="2158560"/>
          </a:xfrm>
          <a:prstGeom prst="rect">
            <a:avLst/>
          </a:prstGeom>
        </p:spPr>
        <p:txBody>
          <a:bodyPr lIns="0" tIns="0" rIns="0" bIns="0">
            <a:noAutofit/>
          </a:bodyPr>
          <a:lstStyle/>
          <a:p>
            <a:endParaRPr lang="en-US" sz="2400" b="0" strike="noStrike" spc="-1">
              <a:solidFill>
                <a:srgbClr val="376092"/>
              </a:solidFill>
              <a:latin typeface="Arial"/>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blank" preserve="1">
  <p:cSld name="Blank Slide">
    <p:spTree>
      <p:nvGrpSpPr>
        <p:cNvPr id="1" name=""/>
        <p:cNvGrpSpPr/>
        <p:nvPr/>
      </p:nvGrpSpPr>
      <p:grpSpPr>
        <a:xfrm>
          <a:off x="0" y="0"/>
          <a:ext cx="0" cy="0"/>
          <a:chOff x="0" y="0"/>
          <a:chExt cx="0" cy="0"/>
        </a:xfrm>
      </p:grpSpPr>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tx" preserve="1">
  <p:cSld name="Title Slide">
    <p:spTree>
      <p:nvGrpSpPr>
        <p:cNvPr id="1" name=""/>
        <p:cNvGrpSpPr/>
        <p:nvPr/>
      </p:nvGrpSpPr>
      <p:grpSpPr>
        <a:xfrm>
          <a:off x="0" y="0"/>
          <a:ext cx="0" cy="0"/>
          <a:chOff x="0" y="0"/>
          <a:chExt cx="0" cy="0"/>
        </a:xfrm>
      </p:grpSpPr>
      <p:sp>
        <p:nvSpPr>
          <p:cNvPr id="45" name="PlaceHolder 1"/>
          <p:cNvSpPr>
            <a:spLocks noGrp="1"/>
          </p:cNvSpPr>
          <p:nvPr>
            <p:ph type="title"/>
          </p:nvPr>
        </p:nvSpPr>
        <p:spPr>
          <a:xfrm>
            <a:off x="457200" y="274680"/>
            <a:ext cx="8229240" cy="1142640"/>
          </a:xfrm>
          <a:prstGeom prst="rect">
            <a:avLst/>
          </a:prstGeom>
        </p:spPr>
        <p:txBody>
          <a:bodyPr lIns="0" tIns="0" rIns="0" bIns="0">
            <a:noAutofit/>
          </a:bodyPr>
          <a:lstStyle/>
          <a:p>
            <a:endParaRPr lang="en-US" sz="3200" b="0" strike="noStrike" spc="-1">
              <a:solidFill>
                <a:srgbClr val="376092"/>
              </a:solidFill>
              <a:latin typeface="Arial"/>
            </a:endParaRPr>
          </a:p>
        </p:txBody>
      </p:sp>
      <p:sp>
        <p:nvSpPr>
          <p:cNvPr id="46" name="PlaceHolder 2"/>
          <p:cNvSpPr>
            <a:spLocks noGrp="1"/>
          </p:cNvSpPr>
          <p:nvPr>
            <p:ph type="subTitle"/>
          </p:nvPr>
        </p:nvSpPr>
        <p:spPr>
          <a:xfrm>
            <a:off x="457200" y="1600200"/>
            <a:ext cx="8229240" cy="4525560"/>
          </a:xfrm>
          <a:prstGeom prst="rect">
            <a:avLst/>
          </a:prstGeom>
        </p:spPr>
        <p:txBody>
          <a:bodyPr lIns="0" tIns="0" rIns="0" bIns="0" anchor="ctr">
            <a:noAutofit/>
          </a:bodyPr>
          <a:lstStyle/>
          <a:p>
            <a:pPr algn="ctr"/>
            <a:endParaRPr lang="fr-FR" sz="3200" b="0" strike="noStrike" spc="-1">
              <a:latin typeface="Arial"/>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obj" preserve="1">
  <p:cSld name="Title, Content">
    <p:spTree>
      <p:nvGrpSpPr>
        <p:cNvPr id="1" name=""/>
        <p:cNvGrpSpPr/>
        <p:nvPr/>
      </p:nvGrpSpPr>
      <p:grpSpPr>
        <a:xfrm>
          <a:off x="0" y="0"/>
          <a:ext cx="0" cy="0"/>
          <a:chOff x="0" y="0"/>
          <a:chExt cx="0" cy="0"/>
        </a:xfrm>
      </p:grpSpPr>
      <p:sp>
        <p:nvSpPr>
          <p:cNvPr id="47" name="PlaceHolder 1"/>
          <p:cNvSpPr>
            <a:spLocks noGrp="1"/>
          </p:cNvSpPr>
          <p:nvPr>
            <p:ph type="title"/>
          </p:nvPr>
        </p:nvSpPr>
        <p:spPr>
          <a:xfrm>
            <a:off x="457200" y="274680"/>
            <a:ext cx="8229240" cy="1142640"/>
          </a:xfrm>
          <a:prstGeom prst="rect">
            <a:avLst/>
          </a:prstGeom>
        </p:spPr>
        <p:txBody>
          <a:bodyPr lIns="0" tIns="0" rIns="0" bIns="0">
            <a:noAutofit/>
          </a:bodyPr>
          <a:lstStyle/>
          <a:p>
            <a:endParaRPr lang="en-US" sz="3200" b="0" strike="noStrike" spc="-1">
              <a:solidFill>
                <a:srgbClr val="376092"/>
              </a:solidFill>
              <a:latin typeface="Arial"/>
            </a:endParaRPr>
          </a:p>
        </p:txBody>
      </p:sp>
      <p:sp>
        <p:nvSpPr>
          <p:cNvPr id="48" name="PlaceHolder 2"/>
          <p:cNvSpPr>
            <a:spLocks noGrp="1"/>
          </p:cNvSpPr>
          <p:nvPr>
            <p:ph type="body"/>
          </p:nvPr>
        </p:nvSpPr>
        <p:spPr>
          <a:xfrm>
            <a:off x="457200" y="1600200"/>
            <a:ext cx="8229240" cy="4525560"/>
          </a:xfrm>
          <a:prstGeom prst="rect">
            <a:avLst/>
          </a:prstGeom>
        </p:spPr>
        <p:txBody>
          <a:bodyPr lIns="0" tIns="0" rIns="0" bIns="0">
            <a:noAutofit/>
          </a:bodyPr>
          <a:lstStyle/>
          <a:p>
            <a:endParaRPr lang="en-US" sz="2400" b="0" strike="noStrike" spc="-1">
              <a:solidFill>
                <a:srgbClr val="376092"/>
              </a:solidFill>
              <a:latin typeface="Arial"/>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Obj" preserve="1">
  <p:cSld name="Title, 2 Content">
    <p:spTree>
      <p:nvGrpSpPr>
        <p:cNvPr id="1" name=""/>
        <p:cNvGrpSpPr/>
        <p:nvPr/>
      </p:nvGrpSpPr>
      <p:grpSpPr>
        <a:xfrm>
          <a:off x="0" y="0"/>
          <a:ext cx="0" cy="0"/>
          <a:chOff x="0" y="0"/>
          <a:chExt cx="0" cy="0"/>
        </a:xfrm>
      </p:grpSpPr>
      <p:sp>
        <p:nvSpPr>
          <p:cNvPr id="49" name="PlaceHolder 1"/>
          <p:cNvSpPr>
            <a:spLocks noGrp="1"/>
          </p:cNvSpPr>
          <p:nvPr>
            <p:ph type="title"/>
          </p:nvPr>
        </p:nvSpPr>
        <p:spPr>
          <a:xfrm>
            <a:off x="457200" y="274680"/>
            <a:ext cx="8229240" cy="1142640"/>
          </a:xfrm>
          <a:prstGeom prst="rect">
            <a:avLst/>
          </a:prstGeom>
        </p:spPr>
        <p:txBody>
          <a:bodyPr lIns="0" tIns="0" rIns="0" bIns="0">
            <a:noAutofit/>
          </a:bodyPr>
          <a:lstStyle/>
          <a:p>
            <a:endParaRPr lang="en-US" sz="3200" b="0" strike="noStrike" spc="-1">
              <a:solidFill>
                <a:srgbClr val="376092"/>
              </a:solidFill>
              <a:latin typeface="Arial"/>
            </a:endParaRPr>
          </a:p>
        </p:txBody>
      </p:sp>
      <p:sp>
        <p:nvSpPr>
          <p:cNvPr id="50" name="PlaceHolder 2"/>
          <p:cNvSpPr>
            <a:spLocks noGrp="1"/>
          </p:cNvSpPr>
          <p:nvPr>
            <p:ph type="body"/>
          </p:nvPr>
        </p:nvSpPr>
        <p:spPr>
          <a:xfrm>
            <a:off x="457200" y="1600200"/>
            <a:ext cx="4015800" cy="4525560"/>
          </a:xfrm>
          <a:prstGeom prst="rect">
            <a:avLst/>
          </a:prstGeom>
        </p:spPr>
        <p:txBody>
          <a:bodyPr lIns="0" tIns="0" rIns="0" bIns="0">
            <a:noAutofit/>
          </a:bodyPr>
          <a:lstStyle/>
          <a:p>
            <a:endParaRPr lang="en-US" sz="2400" b="0" strike="noStrike" spc="-1">
              <a:solidFill>
                <a:srgbClr val="376092"/>
              </a:solidFill>
              <a:latin typeface="Arial"/>
            </a:endParaRPr>
          </a:p>
        </p:txBody>
      </p:sp>
      <p:sp>
        <p:nvSpPr>
          <p:cNvPr id="51" name="PlaceHolder 3"/>
          <p:cNvSpPr>
            <a:spLocks noGrp="1"/>
          </p:cNvSpPr>
          <p:nvPr>
            <p:ph type="body"/>
          </p:nvPr>
        </p:nvSpPr>
        <p:spPr>
          <a:xfrm>
            <a:off x="4674240" y="1600200"/>
            <a:ext cx="4015800" cy="4525560"/>
          </a:xfrm>
          <a:prstGeom prst="rect">
            <a:avLst/>
          </a:prstGeom>
        </p:spPr>
        <p:txBody>
          <a:bodyPr lIns="0" tIns="0" rIns="0" bIns="0">
            <a:noAutofit/>
          </a:bodyPr>
          <a:lstStyle/>
          <a:p>
            <a:endParaRPr lang="en-US" sz="2400" b="0" strike="noStrike" spc="-1">
              <a:solidFill>
                <a:srgbClr val="376092"/>
              </a:solidFill>
              <a:latin typeface="Arial"/>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52" name="PlaceHolder 1"/>
          <p:cNvSpPr>
            <a:spLocks noGrp="1"/>
          </p:cNvSpPr>
          <p:nvPr>
            <p:ph type="title"/>
          </p:nvPr>
        </p:nvSpPr>
        <p:spPr>
          <a:xfrm>
            <a:off x="457200" y="274680"/>
            <a:ext cx="8229240" cy="1142640"/>
          </a:xfrm>
          <a:prstGeom prst="rect">
            <a:avLst/>
          </a:prstGeom>
        </p:spPr>
        <p:txBody>
          <a:bodyPr lIns="0" tIns="0" rIns="0" bIns="0">
            <a:noAutofit/>
          </a:bodyPr>
          <a:lstStyle/>
          <a:p>
            <a:endParaRPr lang="en-US" sz="3200" b="0" strike="noStrike" spc="-1">
              <a:solidFill>
                <a:srgbClr val="376092"/>
              </a:solidFill>
              <a:latin typeface="Arial"/>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objOnly" preserve="1">
  <p:cSld name="Centered Text">
    <p:spTree>
      <p:nvGrpSpPr>
        <p:cNvPr id="1" name=""/>
        <p:cNvGrpSpPr/>
        <p:nvPr/>
      </p:nvGrpSpPr>
      <p:grpSpPr>
        <a:xfrm>
          <a:off x="0" y="0"/>
          <a:ext cx="0" cy="0"/>
          <a:chOff x="0" y="0"/>
          <a:chExt cx="0" cy="0"/>
        </a:xfrm>
      </p:grpSpPr>
      <p:sp>
        <p:nvSpPr>
          <p:cNvPr id="53" name="PlaceHolder 1"/>
          <p:cNvSpPr>
            <a:spLocks noGrp="1"/>
          </p:cNvSpPr>
          <p:nvPr>
            <p:ph type="subTitle"/>
          </p:nvPr>
        </p:nvSpPr>
        <p:spPr>
          <a:xfrm>
            <a:off x="457200" y="274680"/>
            <a:ext cx="8229240" cy="5297760"/>
          </a:xfrm>
          <a:prstGeom prst="rect">
            <a:avLst/>
          </a:prstGeom>
        </p:spPr>
        <p:txBody>
          <a:bodyPr lIns="0" tIns="0" rIns="0" bIns="0" anchor="ctr">
            <a:noAutofit/>
          </a:bodyPr>
          <a:lstStyle/>
          <a:p>
            <a:pPr algn="ctr"/>
            <a:endParaRPr lang="fr-FR" sz="3200" b="0" strike="noStrike" spc="-1">
              <a:latin typeface="Arial"/>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twoObjAndObj" preserve="1">
  <p:cSld name="Title, 2 Content and Content">
    <p:spTree>
      <p:nvGrpSpPr>
        <p:cNvPr id="1" name=""/>
        <p:cNvGrpSpPr/>
        <p:nvPr/>
      </p:nvGrpSpPr>
      <p:grpSpPr>
        <a:xfrm>
          <a:off x="0" y="0"/>
          <a:ext cx="0" cy="0"/>
          <a:chOff x="0" y="0"/>
          <a:chExt cx="0" cy="0"/>
        </a:xfrm>
      </p:grpSpPr>
      <p:sp>
        <p:nvSpPr>
          <p:cNvPr id="54" name="PlaceHolder 1"/>
          <p:cNvSpPr>
            <a:spLocks noGrp="1"/>
          </p:cNvSpPr>
          <p:nvPr>
            <p:ph type="title"/>
          </p:nvPr>
        </p:nvSpPr>
        <p:spPr>
          <a:xfrm>
            <a:off x="457200" y="274680"/>
            <a:ext cx="8229240" cy="1142640"/>
          </a:xfrm>
          <a:prstGeom prst="rect">
            <a:avLst/>
          </a:prstGeom>
        </p:spPr>
        <p:txBody>
          <a:bodyPr lIns="0" tIns="0" rIns="0" bIns="0">
            <a:noAutofit/>
          </a:bodyPr>
          <a:lstStyle/>
          <a:p>
            <a:endParaRPr lang="en-US" sz="3200" b="0" strike="noStrike" spc="-1">
              <a:solidFill>
                <a:srgbClr val="376092"/>
              </a:solidFill>
              <a:latin typeface="Arial"/>
            </a:endParaRPr>
          </a:p>
        </p:txBody>
      </p:sp>
      <p:sp>
        <p:nvSpPr>
          <p:cNvPr id="55" name="PlaceHolder 2"/>
          <p:cNvSpPr>
            <a:spLocks noGrp="1"/>
          </p:cNvSpPr>
          <p:nvPr>
            <p:ph type="body"/>
          </p:nvPr>
        </p:nvSpPr>
        <p:spPr>
          <a:xfrm>
            <a:off x="457200" y="1600200"/>
            <a:ext cx="4015800" cy="2158560"/>
          </a:xfrm>
          <a:prstGeom prst="rect">
            <a:avLst/>
          </a:prstGeom>
        </p:spPr>
        <p:txBody>
          <a:bodyPr lIns="0" tIns="0" rIns="0" bIns="0">
            <a:noAutofit/>
          </a:bodyPr>
          <a:lstStyle/>
          <a:p>
            <a:endParaRPr lang="en-US" sz="2400" b="0" strike="noStrike" spc="-1">
              <a:solidFill>
                <a:srgbClr val="376092"/>
              </a:solidFill>
              <a:latin typeface="Arial"/>
            </a:endParaRPr>
          </a:p>
        </p:txBody>
      </p:sp>
      <p:sp>
        <p:nvSpPr>
          <p:cNvPr id="56" name="PlaceHolder 3"/>
          <p:cNvSpPr>
            <a:spLocks noGrp="1"/>
          </p:cNvSpPr>
          <p:nvPr>
            <p:ph type="body"/>
          </p:nvPr>
        </p:nvSpPr>
        <p:spPr>
          <a:xfrm>
            <a:off x="4674240" y="1600200"/>
            <a:ext cx="4015800" cy="4525560"/>
          </a:xfrm>
          <a:prstGeom prst="rect">
            <a:avLst/>
          </a:prstGeom>
        </p:spPr>
        <p:txBody>
          <a:bodyPr lIns="0" tIns="0" rIns="0" bIns="0">
            <a:noAutofit/>
          </a:bodyPr>
          <a:lstStyle/>
          <a:p>
            <a:endParaRPr lang="en-US" sz="2400" b="0" strike="noStrike" spc="-1">
              <a:solidFill>
                <a:srgbClr val="376092"/>
              </a:solidFill>
              <a:latin typeface="Arial"/>
            </a:endParaRPr>
          </a:p>
        </p:txBody>
      </p:sp>
      <p:sp>
        <p:nvSpPr>
          <p:cNvPr id="57" name="PlaceHolder 4"/>
          <p:cNvSpPr>
            <a:spLocks noGrp="1"/>
          </p:cNvSpPr>
          <p:nvPr>
            <p:ph type="body"/>
          </p:nvPr>
        </p:nvSpPr>
        <p:spPr>
          <a:xfrm>
            <a:off x="457200" y="3964320"/>
            <a:ext cx="4015800" cy="2158560"/>
          </a:xfrm>
          <a:prstGeom prst="rect">
            <a:avLst/>
          </a:prstGeom>
        </p:spPr>
        <p:txBody>
          <a:bodyPr lIns="0" tIns="0" rIns="0" bIns="0">
            <a:noAutofit/>
          </a:bodyPr>
          <a:lstStyle/>
          <a:p>
            <a:endParaRPr lang="en-US" sz="2400" b="0" strike="noStrike" spc="-1">
              <a:solidFill>
                <a:srgbClr val="376092"/>
              </a:solidFill>
              <a:latin typeface="Arial"/>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objAndTwoObj" preserve="1">
  <p:cSld name="Title Content and 2 Content">
    <p:spTree>
      <p:nvGrpSpPr>
        <p:cNvPr id="1" name=""/>
        <p:cNvGrpSpPr/>
        <p:nvPr/>
      </p:nvGrpSpPr>
      <p:grpSpPr>
        <a:xfrm>
          <a:off x="0" y="0"/>
          <a:ext cx="0" cy="0"/>
          <a:chOff x="0" y="0"/>
          <a:chExt cx="0" cy="0"/>
        </a:xfrm>
      </p:grpSpPr>
      <p:sp>
        <p:nvSpPr>
          <p:cNvPr id="58" name="PlaceHolder 1"/>
          <p:cNvSpPr>
            <a:spLocks noGrp="1"/>
          </p:cNvSpPr>
          <p:nvPr>
            <p:ph type="title"/>
          </p:nvPr>
        </p:nvSpPr>
        <p:spPr>
          <a:xfrm>
            <a:off x="457200" y="274680"/>
            <a:ext cx="8229240" cy="1142640"/>
          </a:xfrm>
          <a:prstGeom prst="rect">
            <a:avLst/>
          </a:prstGeom>
        </p:spPr>
        <p:txBody>
          <a:bodyPr lIns="0" tIns="0" rIns="0" bIns="0">
            <a:noAutofit/>
          </a:bodyPr>
          <a:lstStyle/>
          <a:p>
            <a:endParaRPr lang="en-US" sz="3200" b="0" strike="noStrike" spc="-1">
              <a:solidFill>
                <a:srgbClr val="376092"/>
              </a:solidFill>
              <a:latin typeface="Arial"/>
            </a:endParaRPr>
          </a:p>
        </p:txBody>
      </p:sp>
      <p:sp>
        <p:nvSpPr>
          <p:cNvPr id="59" name="PlaceHolder 2"/>
          <p:cNvSpPr>
            <a:spLocks noGrp="1"/>
          </p:cNvSpPr>
          <p:nvPr>
            <p:ph type="body"/>
          </p:nvPr>
        </p:nvSpPr>
        <p:spPr>
          <a:xfrm>
            <a:off x="457200" y="1600200"/>
            <a:ext cx="4015800" cy="4525560"/>
          </a:xfrm>
          <a:prstGeom prst="rect">
            <a:avLst/>
          </a:prstGeom>
        </p:spPr>
        <p:txBody>
          <a:bodyPr lIns="0" tIns="0" rIns="0" bIns="0">
            <a:noAutofit/>
          </a:bodyPr>
          <a:lstStyle/>
          <a:p>
            <a:endParaRPr lang="en-US" sz="2400" b="0" strike="noStrike" spc="-1">
              <a:solidFill>
                <a:srgbClr val="376092"/>
              </a:solidFill>
              <a:latin typeface="Arial"/>
            </a:endParaRPr>
          </a:p>
        </p:txBody>
      </p:sp>
      <p:sp>
        <p:nvSpPr>
          <p:cNvPr id="60" name="PlaceHolder 3"/>
          <p:cNvSpPr>
            <a:spLocks noGrp="1"/>
          </p:cNvSpPr>
          <p:nvPr>
            <p:ph type="body"/>
          </p:nvPr>
        </p:nvSpPr>
        <p:spPr>
          <a:xfrm>
            <a:off x="4674240" y="1600200"/>
            <a:ext cx="4015800" cy="2158560"/>
          </a:xfrm>
          <a:prstGeom prst="rect">
            <a:avLst/>
          </a:prstGeom>
        </p:spPr>
        <p:txBody>
          <a:bodyPr lIns="0" tIns="0" rIns="0" bIns="0">
            <a:noAutofit/>
          </a:bodyPr>
          <a:lstStyle/>
          <a:p>
            <a:endParaRPr lang="en-US" sz="2400" b="0" strike="noStrike" spc="-1">
              <a:solidFill>
                <a:srgbClr val="376092"/>
              </a:solidFill>
              <a:latin typeface="Arial"/>
            </a:endParaRPr>
          </a:p>
        </p:txBody>
      </p:sp>
      <p:sp>
        <p:nvSpPr>
          <p:cNvPr id="61" name="PlaceHolder 4"/>
          <p:cNvSpPr>
            <a:spLocks noGrp="1"/>
          </p:cNvSpPr>
          <p:nvPr>
            <p:ph type="body"/>
          </p:nvPr>
        </p:nvSpPr>
        <p:spPr>
          <a:xfrm>
            <a:off x="4674240" y="3964320"/>
            <a:ext cx="4015800" cy="2158560"/>
          </a:xfrm>
          <a:prstGeom prst="rect">
            <a:avLst/>
          </a:prstGeom>
        </p:spPr>
        <p:txBody>
          <a:bodyPr lIns="0" tIns="0" rIns="0" bIns="0">
            <a:noAutofit/>
          </a:bodyPr>
          <a:lstStyle/>
          <a:p>
            <a:endParaRPr lang="en-US" sz="2400" b="0" strike="noStrike" spc="-1">
              <a:solidFill>
                <a:srgbClr val="376092"/>
              </a:solidFill>
              <a:latin typeface="Arial"/>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twoObjOverTx" preserve="1">
  <p:cSld name="Title, 2 Content over Content">
    <p:spTree>
      <p:nvGrpSpPr>
        <p:cNvPr id="1" name=""/>
        <p:cNvGrpSpPr/>
        <p:nvPr/>
      </p:nvGrpSpPr>
      <p:grpSpPr>
        <a:xfrm>
          <a:off x="0" y="0"/>
          <a:ext cx="0" cy="0"/>
          <a:chOff x="0" y="0"/>
          <a:chExt cx="0" cy="0"/>
        </a:xfrm>
      </p:grpSpPr>
      <p:sp>
        <p:nvSpPr>
          <p:cNvPr id="62" name="PlaceHolder 1"/>
          <p:cNvSpPr>
            <a:spLocks noGrp="1"/>
          </p:cNvSpPr>
          <p:nvPr>
            <p:ph type="title"/>
          </p:nvPr>
        </p:nvSpPr>
        <p:spPr>
          <a:xfrm>
            <a:off x="457200" y="274680"/>
            <a:ext cx="8229240" cy="1142640"/>
          </a:xfrm>
          <a:prstGeom prst="rect">
            <a:avLst/>
          </a:prstGeom>
        </p:spPr>
        <p:txBody>
          <a:bodyPr lIns="0" tIns="0" rIns="0" bIns="0">
            <a:noAutofit/>
          </a:bodyPr>
          <a:lstStyle/>
          <a:p>
            <a:endParaRPr lang="en-US" sz="3200" b="0" strike="noStrike" spc="-1">
              <a:solidFill>
                <a:srgbClr val="376092"/>
              </a:solidFill>
              <a:latin typeface="Arial"/>
            </a:endParaRPr>
          </a:p>
        </p:txBody>
      </p:sp>
      <p:sp>
        <p:nvSpPr>
          <p:cNvPr id="63" name="PlaceHolder 2"/>
          <p:cNvSpPr>
            <a:spLocks noGrp="1"/>
          </p:cNvSpPr>
          <p:nvPr>
            <p:ph type="body"/>
          </p:nvPr>
        </p:nvSpPr>
        <p:spPr>
          <a:xfrm>
            <a:off x="457200" y="1600200"/>
            <a:ext cx="4015800" cy="2158560"/>
          </a:xfrm>
          <a:prstGeom prst="rect">
            <a:avLst/>
          </a:prstGeom>
        </p:spPr>
        <p:txBody>
          <a:bodyPr lIns="0" tIns="0" rIns="0" bIns="0">
            <a:noAutofit/>
          </a:bodyPr>
          <a:lstStyle/>
          <a:p>
            <a:endParaRPr lang="en-US" sz="2400" b="0" strike="noStrike" spc="-1">
              <a:solidFill>
                <a:srgbClr val="376092"/>
              </a:solidFill>
              <a:latin typeface="Arial"/>
            </a:endParaRPr>
          </a:p>
        </p:txBody>
      </p:sp>
      <p:sp>
        <p:nvSpPr>
          <p:cNvPr id="64" name="PlaceHolder 3"/>
          <p:cNvSpPr>
            <a:spLocks noGrp="1"/>
          </p:cNvSpPr>
          <p:nvPr>
            <p:ph type="body"/>
          </p:nvPr>
        </p:nvSpPr>
        <p:spPr>
          <a:xfrm>
            <a:off x="4674240" y="1600200"/>
            <a:ext cx="4015800" cy="2158560"/>
          </a:xfrm>
          <a:prstGeom prst="rect">
            <a:avLst/>
          </a:prstGeom>
        </p:spPr>
        <p:txBody>
          <a:bodyPr lIns="0" tIns="0" rIns="0" bIns="0">
            <a:noAutofit/>
          </a:bodyPr>
          <a:lstStyle/>
          <a:p>
            <a:endParaRPr lang="en-US" sz="2400" b="0" strike="noStrike" spc="-1">
              <a:solidFill>
                <a:srgbClr val="376092"/>
              </a:solidFill>
              <a:latin typeface="Arial"/>
            </a:endParaRPr>
          </a:p>
        </p:txBody>
      </p:sp>
      <p:sp>
        <p:nvSpPr>
          <p:cNvPr id="65" name="PlaceHolder 4"/>
          <p:cNvSpPr>
            <a:spLocks noGrp="1"/>
          </p:cNvSpPr>
          <p:nvPr>
            <p:ph type="body"/>
          </p:nvPr>
        </p:nvSpPr>
        <p:spPr>
          <a:xfrm>
            <a:off x="457200" y="3964320"/>
            <a:ext cx="8229240" cy="2158560"/>
          </a:xfrm>
          <a:prstGeom prst="rect">
            <a:avLst/>
          </a:prstGeom>
        </p:spPr>
        <p:txBody>
          <a:bodyPr lIns="0" tIns="0" rIns="0" bIns="0">
            <a:noAutofit/>
          </a:bodyPr>
          <a:lstStyle/>
          <a:p>
            <a:endParaRPr lang="en-US" sz="2400" b="0" strike="noStrike" spc="-1">
              <a:solidFill>
                <a:srgbClr val="376092"/>
              </a:solidFill>
              <a:latin typeface="Arial"/>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objOverTx" preserve="1">
  <p:cSld name="Title, Content over Content">
    <p:spTree>
      <p:nvGrpSpPr>
        <p:cNvPr id="1" name=""/>
        <p:cNvGrpSpPr/>
        <p:nvPr/>
      </p:nvGrpSpPr>
      <p:grpSpPr>
        <a:xfrm>
          <a:off x="0" y="0"/>
          <a:ext cx="0" cy="0"/>
          <a:chOff x="0" y="0"/>
          <a:chExt cx="0" cy="0"/>
        </a:xfrm>
      </p:grpSpPr>
      <p:sp>
        <p:nvSpPr>
          <p:cNvPr id="66" name="PlaceHolder 1"/>
          <p:cNvSpPr>
            <a:spLocks noGrp="1"/>
          </p:cNvSpPr>
          <p:nvPr>
            <p:ph type="title"/>
          </p:nvPr>
        </p:nvSpPr>
        <p:spPr>
          <a:xfrm>
            <a:off x="457200" y="274680"/>
            <a:ext cx="8229240" cy="1142640"/>
          </a:xfrm>
          <a:prstGeom prst="rect">
            <a:avLst/>
          </a:prstGeom>
        </p:spPr>
        <p:txBody>
          <a:bodyPr lIns="0" tIns="0" rIns="0" bIns="0">
            <a:noAutofit/>
          </a:bodyPr>
          <a:lstStyle/>
          <a:p>
            <a:endParaRPr lang="en-US" sz="3200" b="0" strike="noStrike" spc="-1">
              <a:solidFill>
                <a:srgbClr val="376092"/>
              </a:solidFill>
              <a:latin typeface="Arial"/>
            </a:endParaRPr>
          </a:p>
        </p:txBody>
      </p:sp>
      <p:sp>
        <p:nvSpPr>
          <p:cNvPr id="67" name="PlaceHolder 2"/>
          <p:cNvSpPr>
            <a:spLocks noGrp="1"/>
          </p:cNvSpPr>
          <p:nvPr>
            <p:ph type="body"/>
          </p:nvPr>
        </p:nvSpPr>
        <p:spPr>
          <a:xfrm>
            <a:off x="457200" y="1600200"/>
            <a:ext cx="8229240" cy="2158560"/>
          </a:xfrm>
          <a:prstGeom prst="rect">
            <a:avLst/>
          </a:prstGeom>
        </p:spPr>
        <p:txBody>
          <a:bodyPr lIns="0" tIns="0" rIns="0" bIns="0">
            <a:noAutofit/>
          </a:bodyPr>
          <a:lstStyle/>
          <a:p>
            <a:endParaRPr lang="en-US" sz="2400" b="0" strike="noStrike" spc="-1">
              <a:solidFill>
                <a:srgbClr val="376092"/>
              </a:solidFill>
              <a:latin typeface="Arial"/>
            </a:endParaRPr>
          </a:p>
        </p:txBody>
      </p:sp>
      <p:sp>
        <p:nvSpPr>
          <p:cNvPr id="68" name="PlaceHolder 3"/>
          <p:cNvSpPr>
            <a:spLocks noGrp="1"/>
          </p:cNvSpPr>
          <p:nvPr>
            <p:ph type="body"/>
          </p:nvPr>
        </p:nvSpPr>
        <p:spPr>
          <a:xfrm>
            <a:off x="457200" y="3964320"/>
            <a:ext cx="8229240" cy="2158560"/>
          </a:xfrm>
          <a:prstGeom prst="rect">
            <a:avLst/>
          </a:prstGeom>
        </p:spPr>
        <p:txBody>
          <a:bodyPr lIns="0" tIns="0" rIns="0" bIns="0">
            <a:noAutofit/>
          </a:bodyPr>
          <a:lstStyle/>
          <a:p>
            <a:endParaRPr lang="en-US" sz="2400" b="0" strike="noStrike" spc="-1">
              <a:solidFill>
                <a:srgbClr val="376092"/>
              </a:solidFill>
              <a:latin typeface="Arial"/>
            </a:endParaRPr>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fourObj" preserve="1">
  <p:cSld name="Title, 4 Content">
    <p:spTree>
      <p:nvGrpSpPr>
        <p:cNvPr id="1" name=""/>
        <p:cNvGrpSpPr/>
        <p:nvPr/>
      </p:nvGrpSpPr>
      <p:grpSpPr>
        <a:xfrm>
          <a:off x="0" y="0"/>
          <a:ext cx="0" cy="0"/>
          <a:chOff x="0" y="0"/>
          <a:chExt cx="0" cy="0"/>
        </a:xfrm>
      </p:grpSpPr>
      <p:sp>
        <p:nvSpPr>
          <p:cNvPr id="69" name="PlaceHolder 1"/>
          <p:cNvSpPr>
            <a:spLocks noGrp="1"/>
          </p:cNvSpPr>
          <p:nvPr>
            <p:ph type="title"/>
          </p:nvPr>
        </p:nvSpPr>
        <p:spPr>
          <a:xfrm>
            <a:off x="457200" y="274680"/>
            <a:ext cx="8229240" cy="1142640"/>
          </a:xfrm>
          <a:prstGeom prst="rect">
            <a:avLst/>
          </a:prstGeom>
        </p:spPr>
        <p:txBody>
          <a:bodyPr lIns="0" tIns="0" rIns="0" bIns="0">
            <a:noAutofit/>
          </a:bodyPr>
          <a:lstStyle/>
          <a:p>
            <a:endParaRPr lang="en-US" sz="3200" b="0" strike="noStrike" spc="-1">
              <a:solidFill>
                <a:srgbClr val="376092"/>
              </a:solidFill>
              <a:latin typeface="Arial"/>
            </a:endParaRPr>
          </a:p>
        </p:txBody>
      </p:sp>
      <p:sp>
        <p:nvSpPr>
          <p:cNvPr id="70" name="PlaceHolder 2"/>
          <p:cNvSpPr>
            <a:spLocks noGrp="1"/>
          </p:cNvSpPr>
          <p:nvPr>
            <p:ph type="body"/>
          </p:nvPr>
        </p:nvSpPr>
        <p:spPr>
          <a:xfrm>
            <a:off x="457200" y="1600200"/>
            <a:ext cx="4015800" cy="2158560"/>
          </a:xfrm>
          <a:prstGeom prst="rect">
            <a:avLst/>
          </a:prstGeom>
        </p:spPr>
        <p:txBody>
          <a:bodyPr lIns="0" tIns="0" rIns="0" bIns="0">
            <a:noAutofit/>
          </a:bodyPr>
          <a:lstStyle/>
          <a:p>
            <a:endParaRPr lang="en-US" sz="2400" b="0" strike="noStrike" spc="-1">
              <a:solidFill>
                <a:srgbClr val="376092"/>
              </a:solidFill>
              <a:latin typeface="Arial"/>
            </a:endParaRPr>
          </a:p>
        </p:txBody>
      </p:sp>
      <p:sp>
        <p:nvSpPr>
          <p:cNvPr id="71" name="PlaceHolder 3"/>
          <p:cNvSpPr>
            <a:spLocks noGrp="1"/>
          </p:cNvSpPr>
          <p:nvPr>
            <p:ph type="body"/>
          </p:nvPr>
        </p:nvSpPr>
        <p:spPr>
          <a:xfrm>
            <a:off x="4674240" y="1600200"/>
            <a:ext cx="4015800" cy="2158560"/>
          </a:xfrm>
          <a:prstGeom prst="rect">
            <a:avLst/>
          </a:prstGeom>
        </p:spPr>
        <p:txBody>
          <a:bodyPr lIns="0" tIns="0" rIns="0" bIns="0">
            <a:noAutofit/>
          </a:bodyPr>
          <a:lstStyle/>
          <a:p>
            <a:endParaRPr lang="en-US" sz="2400" b="0" strike="noStrike" spc="-1">
              <a:solidFill>
                <a:srgbClr val="376092"/>
              </a:solidFill>
              <a:latin typeface="Arial"/>
            </a:endParaRPr>
          </a:p>
        </p:txBody>
      </p:sp>
      <p:sp>
        <p:nvSpPr>
          <p:cNvPr id="72" name="PlaceHolder 4"/>
          <p:cNvSpPr>
            <a:spLocks noGrp="1"/>
          </p:cNvSpPr>
          <p:nvPr>
            <p:ph type="body"/>
          </p:nvPr>
        </p:nvSpPr>
        <p:spPr>
          <a:xfrm>
            <a:off x="457200" y="3964320"/>
            <a:ext cx="4015800" cy="2158560"/>
          </a:xfrm>
          <a:prstGeom prst="rect">
            <a:avLst/>
          </a:prstGeom>
        </p:spPr>
        <p:txBody>
          <a:bodyPr lIns="0" tIns="0" rIns="0" bIns="0">
            <a:noAutofit/>
          </a:bodyPr>
          <a:lstStyle/>
          <a:p>
            <a:endParaRPr lang="en-US" sz="2400" b="0" strike="noStrike" spc="-1">
              <a:solidFill>
                <a:srgbClr val="376092"/>
              </a:solidFill>
              <a:latin typeface="Arial"/>
            </a:endParaRPr>
          </a:p>
        </p:txBody>
      </p:sp>
      <p:sp>
        <p:nvSpPr>
          <p:cNvPr id="73" name="PlaceHolder 5"/>
          <p:cNvSpPr>
            <a:spLocks noGrp="1"/>
          </p:cNvSpPr>
          <p:nvPr>
            <p:ph type="body"/>
          </p:nvPr>
        </p:nvSpPr>
        <p:spPr>
          <a:xfrm>
            <a:off x="4674240" y="3964320"/>
            <a:ext cx="4015800" cy="2158560"/>
          </a:xfrm>
          <a:prstGeom prst="rect">
            <a:avLst/>
          </a:prstGeom>
        </p:spPr>
        <p:txBody>
          <a:bodyPr lIns="0" tIns="0" rIns="0" bIns="0">
            <a:noAutofit/>
          </a:bodyPr>
          <a:lstStyle/>
          <a:p>
            <a:endParaRPr lang="en-US" sz="2400" b="0" strike="noStrike" spc="-1">
              <a:solidFill>
                <a:srgbClr val="376092"/>
              </a:solidFill>
              <a:latin typeface="Arial"/>
            </a:endParaRPr>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blank" preserve="1">
  <p:cSld name="Title, 6 Content">
    <p:spTree>
      <p:nvGrpSpPr>
        <p:cNvPr id="1" name=""/>
        <p:cNvGrpSpPr/>
        <p:nvPr/>
      </p:nvGrpSpPr>
      <p:grpSpPr>
        <a:xfrm>
          <a:off x="0" y="0"/>
          <a:ext cx="0" cy="0"/>
          <a:chOff x="0" y="0"/>
          <a:chExt cx="0" cy="0"/>
        </a:xfrm>
      </p:grpSpPr>
      <p:sp>
        <p:nvSpPr>
          <p:cNvPr id="74" name="PlaceHolder 1"/>
          <p:cNvSpPr>
            <a:spLocks noGrp="1"/>
          </p:cNvSpPr>
          <p:nvPr>
            <p:ph type="title"/>
          </p:nvPr>
        </p:nvSpPr>
        <p:spPr>
          <a:xfrm>
            <a:off x="457200" y="274680"/>
            <a:ext cx="8229240" cy="1142640"/>
          </a:xfrm>
          <a:prstGeom prst="rect">
            <a:avLst/>
          </a:prstGeom>
        </p:spPr>
        <p:txBody>
          <a:bodyPr lIns="0" tIns="0" rIns="0" bIns="0">
            <a:noAutofit/>
          </a:bodyPr>
          <a:lstStyle/>
          <a:p>
            <a:endParaRPr lang="en-US" sz="3200" b="0" strike="noStrike" spc="-1">
              <a:solidFill>
                <a:srgbClr val="376092"/>
              </a:solidFill>
              <a:latin typeface="Arial"/>
            </a:endParaRPr>
          </a:p>
        </p:txBody>
      </p:sp>
      <p:sp>
        <p:nvSpPr>
          <p:cNvPr id="75" name="PlaceHolder 2"/>
          <p:cNvSpPr>
            <a:spLocks noGrp="1"/>
          </p:cNvSpPr>
          <p:nvPr>
            <p:ph type="body"/>
          </p:nvPr>
        </p:nvSpPr>
        <p:spPr>
          <a:xfrm>
            <a:off x="457200" y="1600200"/>
            <a:ext cx="2649600" cy="2158560"/>
          </a:xfrm>
          <a:prstGeom prst="rect">
            <a:avLst/>
          </a:prstGeom>
        </p:spPr>
        <p:txBody>
          <a:bodyPr lIns="0" tIns="0" rIns="0" bIns="0">
            <a:noAutofit/>
          </a:bodyPr>
          <a:lstStyle/>
          <a:p>
            <a:endParaRPr lang="en-US" sz="2400" b="0" strike="noStrike" spc="-1">
              <a:solidFill>
                <a:srgbClr val="376092"/>
              </a:solidFill>
              <a:latin typeface="Arial"/>
            </a:endParaRPr>
          </a:p>
        </p:txBody>
      </p:sp>
      <p:sp>
        <p:nvSpPr>
          <p:cNvPr id="76" name="PlaceHolder 3"/>
          <p:cNvSpPr>
            <a:spLocks noGrp="1"/>
          </p:cNvSpPr>
          <p:nvPr>
            <p:ph type="body"/>
          </p:nvPr>
        </p:nvSpPr>
        <p:spPr>
          <a:xfrm>
            <a:off x="3239640" y="1600200"/>
            <a:ext cx="2649600" cy="2158560"/>
          </a:xfrm>
          <a:prstGeom prst="rect">
            <a:avLst/>
          </a:prstGeom>
        </p:spPr>
        <p:txBody>
          <a:bodyPr lIns="0" tIns="0" rIns="0" bIns="0">
            <a:noAutofit/>
          </a:bodyPr>
          <a:lstStyle/>
          <a:p>
            <a:endParaRPr lang="en-US" sz="2400" b="0" strike="noStrike" spc="-1">
              <a:solidFill>
                <a:srgbClr val="376092"/>
              </a:solidFill>
              <a:latin typeface="Arial"/>
            </a:endParaRPr>
          </a:p>
        </p:txBody>
      </p:sp>
      <p:sp>
        <p:nvSpPr>
          <p:cNvPr id="77" name="PlaceHolder 4"/>
          <p:cNvSpPr>
            <a:spLocks noGrp="1"/>
          </p:cNvSpPr>
          <p:nvPr>
            <p:ph type="body"/>
          </p:nvPr>
        </p:nvSpPr>
        <p:spPr>
          <a:xfrm>
            <a:off x="6022080" y="1600200"/>
            <a:ext cx="2649600" cy="2158560"/>
          </a:xfrm>
          <a:prstGeom prst="rect">
            <a:avLst/>
          </a:prstGeom>
        </p:spPr>
        <p:txBody>
          <a:bodyPr lIns="0" tIns="0" rIns="0" bIns="0">
            <a:noAutofit/>
          </a:bodyPr>
          <a:lstStyle/>
          <a:p>
            <a:endParaRPr lang="en-US" sz="2400" b="0" strike="noStrike" spc="-1">
              <a:solidFill>
                <a:srgbClr val="376092"/>
              </a:solidFill>
              <a:latin typeface="Arial"/>
            </a:endParaRPr>
          </a:p>
        </p:txBody>
      </p:sp>
      <p:sp>
        <p:nvSpPr>
          <p:cNvPr id="78" name="PlaceHolder 5"/>
          <p:cNvSpPr>
            <a:spLocks noGrp="1"/>
          </p:cNvSpPr>
          <p:nvPr>
            <p:ph type="body"/>
          </p:nvPr>
        </p:nvSpPr>
        <p:spPr>
          <a:xfrm>
            <a:off x="457200" y="3964320"/>
            <a:ext cx="2649600" cy="2158560"/>
          </a:xfrm>
          <a:prstGeom prst="rect">
            <a:avLst/>
          </a:prstGeom>
        </p:spPr>
        <p:txBody>
          <a:bodyPr lIns="0" tIns="0" rIns="0" bIns="0">
            <a:noAutofit/>
          </a:bodyPr>
          <a:lstStyle/>
          <a:p>
            <a:endParaRPr lang="en-US" sz="2400" b="0" strike="noStrike" spc="-1">
              <a:solidFill>
                <a:srgbClr val="376092"/>
              </a:solidFill>
              <a:latin typeface="Arial"/>
            </a:endParaRPr>
          </a:p>
        </p:txBody>
      </p:sp>
      <p:sp>
        <p:nvSpPr>
          <p:cNvPr id="79" name="PlaceHolder 6"/>
          <p:cNvSpPr>
            <a:spLocks noGrp="1"/>
          </p:cNvSpPr>
          <p:nvPr>
            <p:ph type="body"/>
          </p:nvPr>
        </p:nvSpPr>
        <p:spPr>
          <a:xfrm>
            <a:off x="3239640" y="3964320"/>
            <a:ext cx="2649600" cy="2158560"/>
          </a:xfrm>
          <a:prstGeom prst="rect">
            <a:avLst/>
          </a:prstGeom>
        </p:spPr>
        <p:txBody>
          <a:bodyPr lIns="0" tIns="0" rIns="0" bIns="0">
            <a:noAutofit/>
          </a:bodyPr>
          <a:lstStyle/>
          <a:p>
            <a:endParaRPr lang="en-US" sz="2400" b="0" strike="noStrike" spc="-1">
              <a:solidFill>
                <a:srgbClr val="376092"/>
              </a:solidFill>
              <a:latin typeface="Arial"/>
            </a:endParaRPr>
          </a:p>
        </p:txBody>
      </p:sp>
      <p:sp>
        <p:nvSpPr>
          <p:cNvPr id="80" name="PlaceHolder 7"/>
          <p:cNvSpPr>
            <a:spLocks noGrp="1"/>
          </p:cNvSpPr>
          <p:nvPr>
            <p:ph type="body"/>
          </p:nvPr>
        </p:nvSpPr>
        <p:spPr>
          <a:xfrm>
            <a:off x="6022080" y="3964320"/>
            <a:ext cx="2649600" cy="2158560"/>
          </a:xfrm>
          <a:prstGeom prst="rect">
            <a:avLst/>
          </a:prstGeom>
        </p:spPr>
        <p:txBody>
          <a:bodyPr lIns="0" tIns="0" rIns="0" bIns="0">
            <a:noAutofit/>
          </a:bodyPr>
          <a:lstStyle/>
          <a:p>
            <a:endParaRPr lang="en-US" sz="2400" b="0" strike="noStrike" spc="-1">
              <a:solidFill>
                <a:srgbClr val="376092"/>
              </a:solidFill>
              <a:latin typeface="Arial"/>
            </a:endParaRPr>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blank" preserve="1">
  <p:cSld name="Blank Slide">
    <p:spTree>
      <p:nvGrpSpPr>
        <p:cNvPr id="1" name=""/>
        <p:cNvGrpSpPr/>
        <p:nvPr/>
      </p:nvGrpSpPr>
      <p:grpSpPr>
        <a:xfrm>
          <a:off x="0" y="0"/>
          <a:ext cx="0" cy="0"/>
          <a:chOff x="0" y="0"/>
          <a:chExt cx="0" cy="0"/>
        </a:xfrm>
      </p:grpSpPr>
    </p:spTree>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type="tx" preserve="1">
  <p:cSld name="Title Slide">
    <p:spTree>
      <p:nvGrpSpPr>
        <p:cNvPr id="1" name=""/>
        <p:cNvGrpSpPr/>
        <p:nvPr/>
      </p:nvGrpSpPr>
      <p:grpSpPr>
        <a:xfrm>
          <a:off x="0" y="0"/>
          <a:ext cx="0" cy="0"/>
          <a:chOff x="0" y="0"/>
          <a:chExt cx="0" cy="0"/>
        </a:xfrm>
      </p:grpSpPr>
      <p:sp>
        <p:nvSpPr>
          <p:cNvPr id="97" name="PlaceHolder 1"/>
          <p:cNvSpPr>
            <a:spLocks noGrp="1"/>
          </p:cNvSpPr>
          <p:nvPr>
            <p:ph type="title"/>
          </p:nvPr>
        </p:nvSpPr>
        <p:spPr>
          <a:xfrm>
            <a:off x="457200" y="274680"/>
            <a:ext cx="8229240" cy="1142640"/>
          </a:xfrm>
          <a:prstGeom prst="rect">
            <a:avLst/>
          </a:prstGeom>
        </p:spPr>
        <p:txBody>
          <a:bodyPr lIns="0" tIns="0" rIns="0" bIns="0">
            <a:noAutofit/>
          </a:bodyPr>
          <a:lstStyle/>
          <a:p>
            <a:endParaRPr lang="en-US" sz="3200" b="0" strike="noStrike" spc="-1">
              <a:solidFill>
                <a:srgbClr val="376092"/>
              </a:solidFill>
              <a:latin typeface="Arial"/>
            </a:endParaRPr>
          </a:p>
        </p:txBody>
      </p:sp>
      <p:sp>
        <p:nvSpPr>
          <p:cNvPr id="98" name="PlaceHolder 2"/>
          <p:cNvSpPr>
            <a:spLocks noGrp="1"/>
          </p:cNvSpPr>
          <p:nvPr>
            <p:ph type="subTitle"/>
          </p:nvPr>
        </p:nvSpPr>
        <p:spPr>
          <a:xfrm>
            <a:off x="457200" y="1600200"/>
            <a:ext cx="8229240" cy="4525560"/>
          </a:xfrm>
          <a:prstGeom prst="rect">
            <a:avLst/>
          </a:prstGeom>
        </p:spPr>
        <p:txBody>
          <a:bodyPr lIns="0" tIns="0" rIns="0" bIns="0" anchor="ctr">
            <a:noAutofit/>
          </a:bodyPr>
          <a:lstStyle/>
          <a:p>
            <a:pPr algn="ctr"/>
            <a:endParaRPr lang="fr-FR" sz="3200" b="0" strike="noStrike" spc="-1">
              <a:latin typeface="Arial"/>
            </a:endParaRPr>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type="obj" preserve="1">
  <p:cSld name="Title, Content">
    <p:spTree>
      <p:nvGrpSpPr>
        <p:cNvPr id="1" name=""/>
        <p:cNvGrpSpPr/>
        <p:nvPr/>
      </p:nvGrpSpPr>
      <p:grpSpPr>
        <a:xfrm>
          <a:off x="0" y="0"/>
          <a:ext cx="0" cy="0"/>
          <a:chOff x="0" y="0"/>
          <a:chExt cx="0" cy="0"/>
        </a:xfrm>
      </p:grpSpPr>
      <p:sp>
        <p:nvSpPr>
          <p:cNvPr id="99" name="PlaceHolder 1"/>
          <p:cNvSpPr>
            <a:spLocks noGrp="1"/>
          </p:cNvSpPr>
          <p:nvPr>
            <p:ph type="title"/>
          </p:nvPr>
        </p:nvSpPr>
        <p:spPr>
          <a:xfrm>
            <a:off x="457200" y="274680"/>
            <a:ext cx="8229240" cy="1142640"/>
          </a:xfrm>
          <a:prstGeom prst="rect">
            <a:avLst/>
          </a:prstGeom>
        </p:spPr>
        <p:txBody>
          <a:bodyPr lIns="0" tIns="0" rIns="0" bIns="0">
            <a:noAutofit/>
          </a:bodyPr>
          <a:lstStyle/>
          <a:p>
            <a:endParaRPr lang="en-US" sz="3200" b="0" strike="noStrike" spc="-1">
              <a:solidFill>
                <a:srgbClr val="376092"/>
              </a:solidFill>
              <a:latin typeface="Arial"/>
            </a:endParaRPr>
          </a:p>
        </p:txBody>
      </p:sp>
      <p:sp>
        <p:nvSpPr>
          <p:cNvPr id="100" name="PlaceHolder 2"/>
          <p:cNvSpPr>
            <a:spLocks noGrp="1"/>
          </p:cNvSpPr>
          <p:nvPr>
            <p:ph type="body"/>
          </p:nvPr>
        </p:nvSpPr>
        <p:spPr>
          <a:xfrm>
            <a:off x="457200" y="1600200"/>
            <a:ext cx="8229240" cy="4525560"/>
          </a:xfrm>
          <a:prstGeom prst="rect">
            <a:avLst/>
          </a:prstGeom>
        </p:spPr>
        <p:txBody>
          <a:bodyPr lIns="0" tIns="0" rIns="0" bIns="0">
            <a:noAutofit/>
          </a:bodyPr>
          <a:lstStyle/>
          <a:p>
            <a:endParaRPr lang="en-US" sz="2400" b="0" strike="noStrike" spc="-1">
              <a:solidFill>
                <a:srgbClr val="376092"/>
              </a:solidFill>
              <a:latin typeface="Arial"/>
            </a:endParaRPr>
          </a:p>
        </p:txBody>
      </p:sp>
    </p:spTree>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type="twoObj" preserve="1">
  <p:cSld name="Title, 2 Content">
    <p:spTree>
      <p:nvGrpSpPr>
        <p:cNvPr id="1" name=""/>
        <p:cNvGrpSpPr/>
        <p:nvPr/>
      </p:nvGrpSpPr>
      <p:grpSpPr>
        <a:xfrm>
          <a:off x="0" y="0"/>
          <a:ext cx="0" cy="0"/>
          <a:chOff x="0" y="0"/>
          <a:chExt cx="0" cy="0"/>
        </a:xfrm>
      </p:grpSpPr>
      <p:sp>
        <p:nvSpPr>
          <p:cNvPr id="101" name="PlaceHolder 1"/>
          <p:cNvSpPr>
            <a:spLocks noGrp="1"/>
          </p:cNvSpPr>
          <p:nvPr>
            <p:ph type="title"/>
          </p:nvPr>
        </p:nvSpPr>
        <p:spPr>
          <a:xfrm>
            <a:off x="457200" y="274680"/>
            <a:ext cx="8229240" cy="1142640"/>
          </a:xfrm>
          <a:prstGeom prst="rect">
            <a:avLst/>
          </a:prstGeom>
        </p:spPr>
        <p:txBody>
          <a:bodyPr lIns="0" tIns="0" rIns="0" bIns="0">
            <a:noAutofit/>
          </a:bodyPr>
          <a:lstStyle/>
          <a:p>
            <a:endParaRPr lang="en-US" sz="3200" b="0" strike="noStrike" spc="-1">
              <a:solidFill>
                <a:srgbClr val="376092"/>
              </a:solidFill>
              <a:latin typeface="Arial"/>
            </a:endParaRPr>
          </a:p>
        </p:txBody>
      </p:sp>
      <p:sp>
        <p:nvSpPr>
          <p:cNvPr id="102" name="PlaceHolder 2"/>
          <p:cNvSpPr>
            <a:spLocks noGrp="1"/>
          </p:cNvSpPr>
          <p:nvPr>
            <p:ph type="body"/>
          </p:nvPr>
        </p:nvSpPr>
        <p:spPr>
          <a:xfrm>
            <a:off x="457200" y="1600200"/>
            <a:ext cx="4015800" cy="4525560"/>
          </a:xfrm>
          <a:prstGeom prst="rect">
            <a:avLst/>
          </a:prstGeom>
        </p:spPr>
        <p:txBody>
          <a:bodyPr lIns="0" tIns="0" rIns="0" bIns="0">
            <a:noAutofit/>
          </a:bodyPr>
          <a:lstStyle/>
          <a:p>
            <a:endParaRPr lang="en-US" sz="2400" b="0" strike="noStrike" spc="-1">
              <a:solidFill>
                <a:srgbClr val="376092"/>
              </a:solidFill>
              <a:latin typeface="Arial"/>
            </a:endParaRPr>
          </a:p>
        </p:txBody>
      </p:sp>
      <p:sp>
        <p:nvSpPr>
          <p:cNvPr id="103" name="PlaceHolder 3"/>
          <p:cNvSpPr>
            <a:spLocks noGrp="1"/>
          </p:cNvSpPr>
          <p:nvPr>
            <p:ph type="body"/>
          </p:nvPr>
        </p:nvSpPr>
        <p:spPr>
          <a:xfrm>
            <a:off x="4674240" y="1600200"/>
            <a:ext cx="4015800" cy="4525560"/>
          </a:xfrm>
          <a:prstGeom prst="rect">
            <a:avLst/>
          </a:prstGeom>
        </p:spPr>
        <p:txBody>
          <a:bodyPr lIns="0" tIns="0" rIns="0" bIns="0">
            <a:noAutofit/>
          </a:bodyPr>
          <a:lstStyle/>
          <a:p>
            <a:endParaRPr lang="en-US" sz="2400" b="0" strike="noStrike" spc="-1">
              <a:solidFill>
                <a:srgbClr val="376092"/>
              </a:solidFill>
              <a:latin typeface="Arial"/>
            </a:endParaRPr>
          </a:p>
        </p:txBody>
      </p:sp>
    </p:spTree>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104" name="PlaceHolder 1"/>
          <p:cNvSpPr>
            <a:spLocks noGrp="1"/>
          </p:cNvSpPr>
          <p:nvPr>
            <p:ph type="title"/>
          </p:nvPr>
        </p:nvSpPr>
        <p:spPr>
          <a:xfrm>
            <a:off x="457200" y="274680"/>
            <a:ext cx="8229240" cy="1142640"/>
          </a:xfrm>
          <a:prstGeom prst="rect">
            <a:avLst/>
          </a:prstGeom>
        </p:spPr>
        <p:txBody>
          <a:bodyPr lIns="0" tIns="0" rIns="0" bIns="0">
            <a:noAutofit/>
          </a:bodyPr>
          <a:lstStyle/>
          <a:p>
            <a:endParaRPr lang="en-US" sz="3200" b="0" strike="noStrike" spc="-1">
              <a:solidFill>
                <a:srgbClr val="376092"/>
              </a:solidFill>
              <a:latin typeface="Arial"/>
            </a:endParaRPr>
          </a:p>
        </p:txBody>
      </p:sp>
    </p:spTree>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type="objOnly" preserve="1">
  <p:cSld name="Centered Text">
    <p:spTree>
      <p:nvGrpSpPr>
        <p:cNvPr id="1" name=""/>
        <p:cNvGrpSpPr/>
        <p:nvPr/>
      </p:nvGrpSpPr>
      <p:grpSpPr>
        <a:xfrm>
          <a:off x="0" y="0"/>
          <a:ext cx="0" cy="0"/>
          <a:chOff x="0" y="0"/>
          <a:chExt cx="0" cy="0"/>
        </a:xfrm>
      </p:grpSpPr>
      <p:sp>
        <p:nvSpPr>
          <p:cNvPr id="105" name="PlaceHolder 1"/>
          <p:cNvSpPr>
            <a:spLocks noGrp="1"/>
          </p:cNvSpPr>
          <p:nvPr>
            <p:ph type="subTitle"/>
          </p:nvPr>
        </p:nvSpPr>
        <p:spPr>
          <a:xfrm>
            <a:off x="457200" y="274680"/>
            <a:ext cx="8229240" cy="5297760"/>
          </a:xfrm>
          <a:prstGeom prst="rect">
            <a:avLst/>
          </a:prstGeom>
        </p:spPr>
        <p:txBody>
          <a:bodyPr lIns="0" tIns="0" rIns="0" bIns="0" anchor="ctr">
            <a:noAutofit/>
          </a:bodyPr>
          <a:lstStyle/>
          <a:p>
            <a:pPr algn="ctr"/>
            <a:endParaRPr lang="fr-FR" sz="3200" b="0" strike="noStrike" spc="-1">
              <a:latin typeface="Arial"/>
            </a:endParaRPr>
          </a:p>
        </p:txBody>
      </p:sp>
    </p:spTree>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type="twoObjAndObj" preserve="1">
  <p:cSld name="Title, 2 Content and Content">
    <p:spTree>
      <p:nvGrpSpPr>
        <p:cNvPr id="1" name=""/>
        <p:cNvGrpSpPr/>
        <p:nvPr/>
      </p:nvGrpSpPr>
      <p:grpSpPr>
        <a:xfrm>
          <a:off x="0" y="0"/>
          <a:ext cx="0" cy="0"/>
          <a:chOff x="0" y="0"/>
          <a:chExt cx="0" cy="0"/>
        </a:xfrm>
      </p:grpSpPr>
      <p:sp>
        <p:nvSpPr>
          <p:cNvPr id="106" name="PlaceHolder 1"/>
          <p:cNvSpPr>
            <a:spLocks noGrp="1"/>
          </p:cNvSpPr>
          <p:nvPr>
            <p:ph type="title"/>
          </p:nvPr>
        </p:nvSpPr>
        <p:spPr>
          <a:xfrm>
            <a:off x="457200" y="274680"/>
            <a:ext cx="8229240" cy="1142640"/>
          </a:xfrm>
          <a:prstGeom prst="rect">
            <a:avLst/>
          </a:prstGeom>
        </p:spPr>
        <p:txBody>
          <a:bodyPr lIns="0" tIns="0" rIns="0" bIns="0">
            <a:noAutofit/>
          </a:bodyPr>
          <a:lstStyle/>
          <a:p>
            <a:endParaRPr lang="en-US" sz="3200" b="0" strike="noStrike" spc="-1">
              <a:solidFill>
                <a:srgbClr val="376092"/>
              </a:solidFill>
              <a:latin typeface="Arial"/>
            </a:endParaRPr>
          </a:p>
        </p:txBody>
      </p:sp>
      <p:sp>
        <p:nvSpPr>
          <p:cNvPr id="107" name="PlaceHolder 2"/>
          <p:cNvSpPr>
            <a:spLocks noGrp="1"/>
          </p:cNvSpPr>
          <p:nvPr>
            <p:ph type="body"/>
          </p:nvPr>
        </p:nvSpPr>
        <p:spPr>
          <a:xfrm>
            <a:off x="457200" y="1600200"/>
            <a:ext cx="4015800" cy="2158560"/>
          </a:xfrm>
          <a:prstGeom prst="rect">
            <a:avLst/>
          </a:prstGeom>
        </p:spPr>
        <p:txBody>
          <a:bodyPr lIns="0" tIns="0" rIns="0" bIns="0">
            <a:noAutofit/>
          </a:bodyPr>
          <a:lstStyle/>
          <a:p>
            <a:endParaRPr lang="en-US" sz="2400" b="0" strike="noStrike" spc="-1">
              <a:solidFill>
                <a:srgbClr val="376092"/>
              </a:solidFill>
              <a:latin typeface="Arial"/>
            </a:endParaRPr>
          </a:p>
        </p:txBody>
      </p:sp>
      <p:sp>
        <p:nvSpPr>
          <p:cNvPr id="108" name="PlaceHolder 3"/>
          <p:cNvSpPr>
            <a:spLocks noGrp="1"/>
          </p:cNvSpPr>
          <p:nvPr>
            <p:ph type="body"/>
          </p:nvPr>
        </p:nvSpPr>
        <p:spPr>
          <a:xfrm>
            <a:off x="4674240" y="1600200"/>
            <a:ext cx="4015800" cy="4525560"/>
          </a:xfrm>
          <a:prstGeom prst="rect">
            <a:avLst/>
          </a:prstGeom>
        </p:spPr>
        <p:txBody>
          <a:bodyPr lIns="0" tIns="0" rIns="0" bIns="0">
            <a:noAutofit/>
          </a:bodyPr>
          <a:lstStyle/>
          <a:p>
            <a:endParaRPr lang="en-US" sz="2400" b="0" strike="noStrike" spc="-1">
              <a:solidFill>
                <a:srgbClr val="376092"/>
              </a:solidFill>
              <a:latin typeface="Arial"/>
            </a:endParaRPr>
          </a:p>
        </p:txBody>
      </p:sp>
      <p:sp>
        <p:nvSpPr>
          <p:cNvPr id="109" name="PlaceHolder 4"/>
          <p:cNvSpPr>
            <a:spLocks noGrp="1"/>
          </p:cNvSpPr>
          <p:nvPr>
            <p:ph type="body"/>
          </p:nvPr>
        </p:nvSpPr>
        <p:spPr>
          <a:xfrm>
            <a:off x="457200" y="3964320"/>
            <a:ext cx="4015800" cy="2158560"/>
          </a:xfrm>
          <a:prstGeom prst="rect">
            <a:avLst/>
          </a:prstGeom>
        </p:spPr>
        <p:txBody>
          <a:bodyPr lIns="0" tIns="0" rIns="0" bIns="0">
            <a:noAutofit/>
          </a:bodyPr>
          <a:lstStyle/>
          <a:p>
            <a:endParaRPr lang="en-US" sz="2400" b="0" strike="noStrike" spc="-1">
              <a:solidFill>
                <a:srgbClr val="376092"/>
              </a:solidFill>
              <a:latin typeface="Arial"/>
            </a:endParaRPr>
          </a:p>
        </p:txBody>
      </p:sp>
    </p:spTree>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type="objAndTwoObj" preserve="1">
  <p:cSld name="Title Content and 2 Content">
    <p:spTree>
      <p:nvGrpSpPr>
        <p:cNvPr id="1" name=""/>
        <p:cNvGrpSpPr/>
        <p:nvPr/>
      </p:nvGrpSpPr>
      <p:grpSpPr>
        <a:xfrm>
          <a:off x="0" y="0"/>
          <a:ext cx="0" cy="0"/>
          <a:chOff x="0" y="0"/>
          <a:chExt cx="0" cy="0"/>
        </a:xfrm>
      </p:grpSpPr>
      <p:sp>
        <p:nvSpPr>
          <p:cNvPr id="110" name="PlaceHolder 1"/>
          <p:cNvSpPr>
            <a:spLocks noGrp="1"/>
          </p:cNvSpPr>
          <p:nvPr>
            <p:ph type="title"/>
          </p:nvPr>
        </p:nvSpPr>
        <p:spPr>
          <a:xfrm>
            <a:off x="457200" y="274680"/>
            <a:ext cx="8229240" cy="1142640"/>
          </a:xfrm>
          <a:prstGeom prst="rect">
            <a:avLst/>
          </a:prstGeom>
        </p:spPr>
        <p:txBody>
          <a:bodyPr lIns="0" tIns="0" rIns="0" bIns="0">
            <a:noAutofit/>
          </a:bodyPr>
          <a:lstStyle/>
          <a:p>
            <a:endParaRPr lang="en-US" sz="3200" b="0" strike="noStrike" spc="-1">
              <a:solidFill>
                <a:srgbClr val="376092"/>
              </a:solidFill>
              <a:latin typeface="Arial"/>
            </a:endParaRPr>
          </a:p>
        </p:txBody>
      </p:sp>
      <p:sp>
        <p:nvSpPr>
          <p:cNvPr id="111" name="PlaceHolder 2"/>
          <p:cNvSpPr>
            <a:spLocks noGrp="1"/>
          </p:cNvSpPr>
          <p:nvPr>
            <p:ph type="body"/>
          </p:nvPr>
        </p:nvSpPr>
        <p:spPr>
          <a:xfrm>
            <a:off x="457200" y="1600200"/>
            <a:ext cx="4015800" cy="4525560"/>
          </a:xfrm>
          <a:prstGeom prst="rect">
            <a:avLst/>
          </a:prstGeom>
        </p:spPr>
        <p:txBody>
          <a:bodyPr lIns="0" tIns="0" rIns="0" bIns="0">
            <a:noAutofit/>
          </a:bodyPr>
          <a:lstStyle/>
          <a:p>
            <a:endParaRPr lang="en-US" sz="2400" b="0" strike="noStrike" spc="-1">
              <a:solidFill>
                <a:srgbClr val="376092"/>
              </a:solidFill>
              <a:latin typeface="Arial"/>
            </a:endParaRPr>
          </a:p>
        </p:txBody>
      </p:sp>
      <p:sp>
        <p:nvSpPr>
          <p:cNvPr id="112" name="PlaceHolder 3"/>
          <p:cNvSpPr>
            <a:spLocks noGrp="1"/>
          </p:cNvSpPr>
          <p:nvPr>
            <p:ph type="body"/>
          </p:nvPr>
        </p:nvSpPr>
        <p:spPr>
          <a:xfrm>
            <a:off x="4674240" y="1600200"/>
            <a:ext cx="4015800" cy="2158560"/>
          </a:xfrm>
          <a:prstGeom prst="rect">
            <a:avLst/>
          </a:prstGeom>
        </p:spPr>
        <p:txBody>
          <a:bodyPr lIns="0" tIns="0" rIns="0" bIns="0">
            <a:noAutofit/>
          </a:bodyPr>
          <a:lstStyle/>
          <a:p>
            <a:endParaRPr lang="en-US" sz="2400" b="0" strike="noStrike" spc="-1">
              <a:solidFill>
                <a:srgbClr val="376092"/>
              </a:solidFill>
              <a:latin typeface="Arial"/>
            </a:endParaRPr>
          </a:p>
        </p:txBody>
      </p:sp>
      <p:sp>
        <p:nvSpPr>
          <p:cNvPr id="113" name="PlaceHolder 4"/>
          <p:cNvSpPr>
            <a:spLocks noGrp="1"/>
          </p:cNvSpPr>
          <p:nvPr>
            <p:ph type="body"/>
          </p:nvPr>
        </p:nvSpPr>
        <p:spPr>
          <a:xfrm>
            <a:off x="4674240" y="3964320"/>
            <a:ext cx="4015800" cy="2158560"/>
          </a:xfrm>
          <a:prstGeom prst="rect">
            <a:avLst/>
          </a:prstGeom>
        </p:spPr>
        <p:txBody>
          <a:bodyPr lIns="0" tIns="0" rIns="0" bIns="0">
            <a:noAutofit/>
          </a:bodyPr>
          <a:lstStyle/>
          <a:p>
            <a:endParaRPr lang="en-US" sz="2400" b="0" strike="noStrike" spc="-1">
              <a:solidFill>
                <a:srgbClr val="376092"/>
              </a:solidFill>
              <a:latin typeface="Arial"/>
            </a:endParaRPr>
          </a:p>
        </p:txBody>
      </p:sp>
    </p:spTree>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type="twoObjOverTx" preserve="1">
  <p:cSld name="Title, 2 Content over Content">
    <p:spTree>
      <p:nvGrpSpPr>
        <p:cNvPr id="1" name=""/>
        <p:cNvGrpSpPr/>
        <p:nvPr/>
      </p:nvGrpSpPr>
      <p:grpSpPr>
        <a:xfrm>
          <a:off x="0" y="0"/>
          <a:ext cx="0" cy="0"/>
          <a:chOff x="0" y="0"/>
          <a:chExt cx="0" cy="0"/>
        </a:xfrm>
      </p:grpSpPr>
      <p:sp>
        <p:nvSpPr>
          <p:cNvPr id="114" name="PlaceHolder 1"/>
          <p:cNvSpPr>
            <a:spLocks noGrp="1"/>
          </p:cNvSpPr>
          <p:nvPr>
            <p:ph type="title"/>
          </p:nvPr>
        </p:nvSpPr>
        <p:spPr>
          <a:xfrm>
            <a:off x="457200" y="274680"/>
            <a:ext cx="8229240" cy="1142640"/>
          </a:xfrm>
          <a:prstGeom prst="rect">
            <a:avLst/>
          </a:prstGeom>
        </p:spPr>
        <p:txBody>
          <a:bodyPr lIns="0" tIns="0" rIns="0" bIns="0">
            <a:noAutofit/>
          </a:bodyPr>
          <a:lstStyle/>
          <a:p>
            <a:endParaRPr lang="en-US" sz="3200" b="0" strike="noStrike" spc="-1">
              <a:solidFill>
                <a:srgbClr val="376092"/>
              </a:solidFill>
              <a:latin typeface="Arial"/>
            </a:endParaRPr>
          </a:p>
        </p:txBody>
      </p:sp>
      <p:sp>
        <p:nvSpPr>
          <p:cNvPr id="115" name="PlaceHolder 2"/>
          <p:cNvSpPr>
            <a:spLocks noGrp="1"/>
          </p:cNvSpPr>
          <p:nvPr>
            <p:ph type="body"/>
          </p:nvPr>
        </p:nvSpPr>
        <p:spPr>
          <a:xfrm>
            <a:off x="457200" y="1600200"/>
            <a:ext cx="4015800" cy="2158560"/>
          </a:xfrm>
          <a:prstGeom prst="rect">
            <a:avLst/>
          </a:prstGeom>
        </p:spPr>
        <p:txBody>
          <a:bodyPr lIns="0" tIns="0" rIns="0" bIns="0">
            <a:noAutofit/>
          </a:bodyPr>
          <a:lstStyle/>
          <a:p>
            <a:endParaRPr lang="en-US" sz="2400" b="0" strike="noStrike" spc="-1">
              <a:solidFill>
                <a:srgbClr val="376092"/>
              </a:solidFill>
              <a:latin typeface="Arial"/>
            </a:endParaRPr>
          </a:p>
        </p:txBody>
      </p:sp>
      <p:sp>
        <p:nvSpPr>
          <p:cNvPr id="116" name="PlaceHolder 3"/>
          <p:cNvSpPr>
            <a:spLocks noGrp="1"/>
          </p:cNvSpPr>
          <p:nvPr>
            <p:ph type="body"/>
          </p:nvPr>
        </p:nvSpPr>
        <p:spPr>
          <a:xfrm>
            <a:off x="4674240" y="1600200"/>
            <a:ext cx="4015800" cy="2158560"/>
          </a:xfrm>
          <a:prstGeom prst="rect">
            <a:avLst/>
          </a:prstGeom>
        </p:spPr>
        <p:txBody>
          <a:bodyPr lIns="0" tIns="0" rIns="0" bIns="0">
            <a:noAutofit/>
          </a:bodyPr>
          <a:lstStyle/>
          <a:p>
            <a:endParaRPr lang="en-US" sz="2400" b="0" strike="noStrike" spc="-1">
              <a:solidFill>
                <a:srgbClr val="376092"/>
              </a:solidFill>
              <a:latin typeface="Arial"/>
            </a:endParaRPr>
          </a:p>
        </p:txBody>
      </p:sp>
      <p:sp>
        <p:nvSpPr>
          <p:cNvPr id="117" name="PlaceHolder 4"/>
          <p:cNvSpPr>
            <a:spLocks noGrp="1"/>
          </p:cNvSpPr>
          <p:nvPr>
            <p:ph type="body"/>
          </p:nvPr>
        </p:nvSpPr>
        <p:spPr>
          <a:xfrm>
            <a:off x="457200" y="3964320"/>
            <a:ext cx="8229240" cy="2158560"/>
          </a:xfrm>
          <a:prstGeom prst="rect">
            <a:avLst/>
          </a:prstGeom>
        </p:spPr>
        <p:txBody>
          <a:bodyPr lIns="0" tIns="0" rIns="0" bIns="0">
            <a:noAutofit/>
          </a:bodyPr>
          <a:lstStyle/>
          <a:p>
            <a:endParaRPr lang="en-US" sz="2400" b="0" strike="noStrike" spc="-1">
              <a:solidFill>
                <a:srgbClr val="376092"/>
              </a:solidFill>
              <a:latin typeface="Arial"/>
            </a:endParaRPr>
          </a:p>
        </p:txBody>
      </p:sp>
    </p:spTree>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type="objOverTx" preserve="1">
  <p:cSld name="Title, Content over Content">
    <p:spTree>
      <p:nvGrpSpPr>
        <p:cNvPr id="1" name=""/>
        <p:cNvGrpSpPr/>
        <p:nvPr/>
      </p:nvGrpSpPr>
      <p:grpSpPr>
        <a:xfrm>
          <a:off x="0" y="0"/>
          <a:ext cx="0" cy="0"/>
          <a:chOff x="0" y="0"/>
          <a:chExt cx="0" cy="0"/>
        </a:xfrm>
      </p:grpSpPr>
      <p:sp>
        <p:nvSpPr>
          <p:cNvPr id="118" name="PlaceHolder 1"/>
          <p:cNvSpPr>
            <a:spLocks noGrp="1"/>
          </p:cNvSpPr>
          <p:nvPr>
            <p:ph type="title"/>
          </p:nvPr>
        </p:nvSpPr>
        <p:spPr>
          <a:xfrm>
            <a:off x="457200" y="274680"/>
            <a:ext cx="8229240" cy="1142640"/>
          </a:xfrm>
          <a:prstGeom prst="rect">
            <a:avLst/>
          </a:prstGeom>
        </p:spPr>
        <p:txBody>
          <a:bodyPr lIns="0" tIns="0" rIns="0" bIns="0">
            <a:noAutofit/>
          </a:bodyPr>
          <a:lstStyle/>
          <a:p>
            <a:endParaRPr lang="en-US" sz="3200" b="0" strike="noStrike" spc="-1">
              <a:solidFill>
                <a:srgbClr val="376092"/>
              </a:solidFill>
              <a:latin typeface="Arial"/>
            </a:endParaRPr>
          </a:p>
        </p:txBody>
      </p:sp>
      <p:sp>
        <p:nvSpPr>
          <p:cNvPr id="119" name="PlaceHolder 2"/>
          <p:cNvSpPr>
            <a:spLocks noGrp="1"/>
          </p:cNvSpPr>
          <p:nvPr>
            <p:ph type="body"/>
          </p:nvPr>
        </p:nvSpPr>
        <p:spPr>
          <a:xfrm>
            <a:off x="457200" y="1600200"/>
            <a:ext cx="8229240" cy="2158560"/>
          </a:xfrm>
          <a:prstGeom prst="rect">
            <a:avLst/>
          </a:prstGeom>
        </p:spPr>
        <p:txBody>
          <a:bodyPr lIns="0" tIns="0" rIns="0" bIns="0">
            <a:noAutofit/>
          </a:bodyPr>
          <a:lstStyle/>
          <a:p>
            <a:endParaRPr lang="en-US" sz="2400" b="0" strike="noStrike" spc="-1">
              <a:solidFill>
                <a:srgbClr val="376092"/>
              </a:solidFill>
              <a:latin typeface="Arial"/>
            </a:endParaRPr>
          </a:p>
        </p:txBody>
      </p:sp>
      <p:sp>
        <p:nvSpPr>
          <p:cNvPr id="120" name="PlaceHolder 3"/>
          <p:cNvSpPr>
            <a:spLocks noGrp="1"/>
          </p:cNvSpPr>
          <p:nvPr>
            <p:ph type="body"/>
          </p:nvPr>
        </p:nvSpPr>
        <p:spPr>
          <a:xfrm>
            <a:off x="457200" y="3964320"/>
            <a:ext cx="8229240" cy="2158560"/>
          </a:xfrm>
          <a:prstGeom prst="rect">
            <a:avLst/>
          </a:prstGeom>
        </p:spPr>
        <p:txBody>
          <a:bodyPr lIns="0" tIns="0" rIns="0" bIns="0">
            <a:noAutofit/>
          </a:bodyPr>
          <a:lstStyle/>
          <a:p>
            <a:endParaRPr lang="en-US" sz="2400" b="0" strike="noStrike" spc="-1">
              <a:solidFill>
                <a:srgbClr val="376092"/>
              </a:solidFill>
              <a:latin typeface="Arial"/>
            </a:endParaRPr>
          </a:p>
        </p:txBody>
      </p:sp>
    </p:spTree>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type="fourObj" preserve="1">
  <p:cSld name="Title, 4 Content">
    <p:spTree>
      <p:nvGrpSpPr>
        <p:cNvPr id="1" name=""/>
        <p:cNvGrpSpPr/>
        <p:nvPr/>
      </p:nvGrpSpPr>
      <p:grpSpPr>
        <a:xfrm>
          <a:off x="0" y="0"/>
          <a:ext cx="0" cy="0"/>
          <a:chOff x="0" y="0"/>
          <a:chExt cx="0" cy="0"/>
        </a:xfrm>
      </p:grpSpPr>
      <p:sp>
        <p:nvSpPr>
          <p:cNvPr id="121" name="PlaceHolder 1"/>
          <p:cNvSpPr>
            <a:spLocks noGrp="1"/>
          </p:cNvSpPr>
          <p:nvPr>
            <p:ph type="title"/>
          </p:nvPr>
        </p:nvSpPr>
        <p:spPr>
          <a:xfrm>
            <a:off x="457200" y="274680"/>
            <a:ext cx="8229240" cy="1142640"/>
          </a:xfrm>
          <a:prstGeom prst="rect">
            <a:avLst/>
          </a:prstGeom>
        </p:spPr>
        <p:txBody>
          <a:bodyPr lIns="0" tIns="0" rIns="0" bIns="0">
            <a:noAutofit/>
          </a:bodyPr>
          <a:lstStyle/>
          <a:p>
            <a:endParaRPr lang="en-US" sz="3200" b="0" strike="noStrike" spc="-1">
              <a:solidFill>
                <a:srgbClr val="376092"/>
              </a:solidFill>
              <a:latin typeface="Arial"/>
            </a:endParaRPr>
          </a:p>
        </p:txBody>
      </p:sp>
      <p:sp>
        <p:nvSpPr>
          <p:cNvPr id="122" name="PlaceHolder 2"/>
          <p:cNvSpPr>
            <a:spLocks noGrp="1"/>
          </p:cNvSpPr>
          <p:nvPr>
            <p:ph type="body"/>
          </p:nvPr>
        </p:nvSpPr>
        <p:spPr>
          <a:xfrm>
            <a:off x="457200" y="1600200"/>
            <a:ext cx="4015800" cy="2158560"/>
          </a:xfrm>
          <a:prstGeom prst="rect">
            <a:avLst/>
          </a:prstGeom>
        </p:spPr>
        <p:txBody>
          <a:bodyPr lIns="0" tIns="0" rIns="0" bIns="0">
            <a:noAutofit/>
          </a:bodyPr>
          <a:lstStyle/>
          <a:p>
            <a:endParaRPr lang="en-US" sz="2400" b="0" strike="noStrike" spc="-1">
              <a:solidFill>
                <a:srgbClr val="376092"/>
              </a:solidFill>
              <a:latin typeface="Arial"/>
            </a:endParaRPr>
          </a:p>
        </p:txBody>
      </p:sp>
      <p:sp>
        <p:nvSpPr>
          <p:cNvPr id="123" name="PlaceHolder 3"/>
          <p:cNvSpPr>
            <a:spLocks noGrp="1"/>
          </p:cNvSpPr>
          <p:nvPr>
            <p:ph type="body"/>
          </p:nvPr>
        </p:nvSpPr>
        <p:spPr>
          <a:xfrm>
            <a:off x="4674240" y="1600200"/>
            <a:ext cx="4015800" cy="2158560"/>
          </a:xfrm>
          <a:prstGeom prst="rect">
            <a:avLst/>
          </a:prstGeom>
        </p:spPr>
        <p:txBody>
          <a:bodyPr lIns="0" tIns="0" rIns="0" bIns="0">
            <a:noAutofit/>
          </a:bodyPr>
          <a:lstStyle/>
          <a:p>
            <a:endParaRPr lang="en-US" sz="2400" b="0" strike="noStrike" spc="-1">
              <a:solidFill>
                <a:srgbClr val="376092"/>
              </a:solidFill>
              <a:latin typeface="Arial"/>
            </a:endParaRPr>
          </a:p>
        </p:txBody>
      </p:sp>
      <p:sp>
        <p:nvSpPr>
          <p:cNvPr id="124" name="PlaceHolder 4"/>
          <p:cNvSpPr>
            <a:spLocks noGrp="1"/>
          </p:cNvSpPr>
          <p:nvPr>
            <p:ph type="body"/>
          </p:nvPr>
        </p:nvSpPr>
        <p:spPr>
          <a:xfrm>
            <a:off x="457200" y="3964320"/>
            <a:ext cx="4015800" cy="2158560"/>
          </a:xfrm>
          <a:prstGeom prst="rect">
            <a:avLst/>
          </a:prstGeom>
        </p:spPr>
        <p:txBody>
          <a:bodyPr lIns="0" tIns="0" rIns="0" bIns="0">
            <a:noAutofit/>
          </a:bodyPr>
          <a:lstStyle/>
          <a:p>
            <a:endParaRPr lang="en-US" sz="2400" b="0" strike="noStrike" spc="-1">
              <a:solidFill>
                <a:srgbClr val="376092"/>
              </a:solidFill>
              <a:latin typeface="Arial"/>
            </a:endParaRPr>
          </a:p>
        </p:txBody>
      </p:sp>
      <p:sp>
        <p:nvSpPr>
          <p:cNvPr id="125" name="PlaceHolder 5"/>
          <p:cNvSpPr>
            <a:spLocks noGrp="1"/>
          </p:cNvSpPr>
          <p:nvPr>
            <p:ph type="body"/>
          </p:nvPr>
        </p:nvSpPr>
        <p:spPr>
          <a:xfrm>
            <a:off x="4674240" y="3964320"/>
            <a:ext cx="4015800" cy="2158560"/>
          </a:xfrm>
          <a:prstGeom prst="rect">
            <a:avLst/>
          </a:prstGeom>
        </p:spPr>
        <p:txBody>
          <a:bodyPr lIns="0" tIns="0" rIns="0" bIns="0">
            <a:noAutofit/>
          </a:bodyPr>
          <a:lstStyle/>
          <a:p>
            <a:endParaRPr lang="en-US" sz="2400" b="0" strike="noStrike" spc="-1">
              <a:solidFill>
                <a:srgbClr val="376092"/>
              </a:solidFill>
              <a:latin typeface="Arial"/>
            </a:endParaRPr>
          </a:p>
        </p:txBody>
      </p:sp>
    </p:spTree>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type="blank" preserve="1">
  <p:cSld name="Title, 6 Content">
    <p:spTree>
      <p:nvGrpSpPr>
        <p:cNvPr id="1" name=""/>
        <p:cNvGrpSpPr/>
        <p:nvPr/>
      </p:nvGrpSpPr>
      <p:grpSpPr>
        <a:xfrm>
          <a:off x="0" y="0"/>
          <a:ext cx="0" cy="0"/>
          <a:chOff x="0" y="0"/>
          <a:chExt cx="0" cy="0"/>
        </a:xfrm>
      </p:grpSpPr>
      <p:sp>
        <p:nvSpPr>
          <p:cNvPr id="126" name="PlaceHolder 1"/>
          <p:cNvSpPr>
            <a:spLocks noGrp="1"/>
          </p:cNvSpPr>
          <p:nvPr>
            <p:ph type="title"/>
          </p:nvPr>
        </p:nvSpPr>
        <p:spPr>
          <a:xfrm>
            <a:off x="457200" y="274680"/>
            <a:ext cx="8229240" cy="1142640"/>
          </a:xfrm>
          <a:prstGeom prst="rect">
            <a:avLst/>
          </a:prstGeom>
        </p:spPr>
        <p:txBody>
          <a:bodyPr lIns="0" tIns="0" rIns="0" bIns="0">
            <a:noAutofit/>
          </a:bodyPr>
          <a:lstStyle/>
          <a:p>
            <a:endParaRPr lang="en-US" sz="3200" b="0" strike="noStrike" spc="-1">
              <a:solidFill>
                <a:srgbClr val="376092"/>
              </a:solidFill>
              <a:latin typeface="Arial"/>
            </a:endParaRPr>
          </a:p>
        </p:txBody>
      </p:sp>
      <p:sp>
        <p:nvSpPr>
          <p:cNvPr id="127" name="PlaceHolder 2"/>
          <p:cNvSpPr>
            <a:spLocks noGrp="1"/>
          </p:cNvSpPr>
          <p:nvPr>
            <p:ph type="body"/>
          </p:nvPr>
        </p:nvSpPr>
        <p:spPr>
          <a:xfrm>
            <a:off x="457200" y="1600200"/>
            <a:ext cx="2649600" cy="2158560"/>
          </a:xfrm>
          <a:prstGeom prst="rect">
            <a:avLst/>
          </a:prstGeom>
        </p:spPr>
        <p:txBody>
          <a:bodyPr lIns="0" tIns="0" rIns="0" bIns="0">
            <a:noAutofit/>
          </a:bodyPr>
          <a:lstStyle/>
          <a:p>
            <a:endParaRPr lang="en-US" sz="2400" b="0" strike="noStrike" spc="-1">
              <a:solidFill>
                <a:srgbClr val="376092"/>
              </a:solidFill>
              <a:latin typeface="Arial"/>
            </a:endParaRPr>
          </a:p>
        </p:txBody>
      </p:sp>
      <p:sp>
        <p:nvSpPr>
          <p:cNvPr id="128" name="PlaceHolder 3"/>
          <p:cNvSpPr>
            <a:spLocks noGrp="1"/>
          </p:cNvSpPr>
          <p:nvPr>
            <p:ph type="body"/>
          </p:nvPr>
        </p:nvSpPr>
        <p:spPr>
          <a:xfrm>
            <a:off x="3239640" y="1600200"/>
            <a:ext cx="2649600" cy="2158560"/>
          </a:xfrm>
          <a:prstGeom prst="rect">
            <a:avLst/>
          </a:prstGeom>
        </p:spPr>
        <p:txBody>
          <a:bodyPr lIns="0" tIns="0" rIns="0" bIns="0">
            <a:noAutofit/>
          </a:bodyPr>
          <a:lstStyle/>
          <a:p>
            <a:endParaRPr lang="en-US" sz="2400" b="0" strike="noStrike" spc="-1">
              <a:solidFill>
                <a:srgbClr val="376092"/>
              </a:solidFill>
              <a:latin typeface="Arial"/>
            </a:endParaRPr>
          </a:p>
        </p:txBody>
      </p:sp>
      <p:sp>
        <p:nvSpPr>
          <p:cNvPr id="129" name="PlaceHolder 4"/>
          <p:cNvSpPr>
            <a:spLocks noGrp="1"/>
          </p:cNvSpPr>
          <p:nvPr>
            <p:ph type="body"/>
          </p:nvPr>
        </p:nvSpPr>
        <p:spPr>
          <a:xfrm>
            <a:off x="6022080" y="1600200"/>
            <a:ext cx="2649600" cy="2158560"/>
          </a:xfrm>
          <a:prstGeom prst="rect">
            <a:avLst/>
          </a:prstGeom>
        </p:spPr>
        <p:txBody>
          <a:bodyPr lIns="0" tIns="0" rIns="0" bIns="0">
            <a:noAutofit/>
          </a:bodyPr>
          <a:lstStyle/>
          <a:p>
            <a:endParaRPr lang="en-US" sz="2400" b="0" strike="noStrike" spc="-1">
              <a:solidFill>
                <a:srgbClr val="376092"/>
              </a:solidFill>
              <a:latin typeface="Arial"/>
            </a:endParaRPr>
          </a:p>
        </p:txBody>
      </p:sp>
      <p:sp>
        <p:nvSpPr>
          <p:cNvPr id="130" name="PlaceHolder 5"/>
          <p:cNvSpPr>
            <a:spLocks noGrp="1"/>
          </p:cNvSpPr>
          <p:nvPr>
            <p:ph type="body"/>
          </p:nvPr>
        </p:nvSpPr>
        <p:spPr>
          <a:xfrm>
            <a:off x="457200" y="3964320"/>
            <a:ext cx="2649600" cy="2158560"/>
          </a:xfrm>
          <a:prstGeom prst="rect">
            <a:avLst/>
          </a:prstGeom>
        </p:spPr>
        <p:txBody>
          <a:bodyPr lIns="0" tIns="0" rIns="0" bIns="0">
            <a:noAutofit/>
          </a:bodyPr>
          <a:lstStyle/>
          <a:p>
            <a:endParaRPr lang="en-US" sz="2400" b="0" strike="noStrike" spc="-1">
              <a:solidFill>
                <a:srgbClr val="376092"/>
              </a:solidFill>
              <a:latin typeface="Arial"/>
            </a:endParaRPr>
          </a:p>
        </p:txBody>
      </p:sp>
      <p:sp>
        <p:nvSpPr>
          <p:cNvPr id="131" name="PlaceHolder 6"/>
          <p:cNvSpPr>
            <a:spLocks noGrp="1"/>
          </p:cNvSpPr>
          <p:nvPr>
            <p:ph type="body"/>
          </p:nvPr>
        </p:nvSpPr>
        <p:spPr>
          <a:xfrm>
            <a:off x="3239640" y="3964320"/>
            <a:ext cx="2649600" cy="2158560"/>
          </a:xfrm>
          <a:prstGeom prst="rect">
            <a:avLst/>
          </a:prstGeom>
        </p:spPr>
        <p:txBody>
          <a:bodyPr lIns="0" tIns="0" rIns="0" bIns="0">
            <a:noAutofit/>
          </a:bodyPr>
          <a:lstStyle/>
          <a:p>
            <a:endParaRPr lang="en-US" sz="2400" b="0" strike="noStrike" spc="-1">
              <a:solidFill>
                <a:srgbClr val="376092"/>
              </a:solidFill>
              <a:latin typeface="Arial"/>
            </a:endParaRPr>
          </a:p>
        </p:txBody>
      </p:sp>
      <p:sp>
        <p:nvSpPr>
          <p:cNvPr id="132" name="PlaceHolder 7"/>
          <p:cNvSpPr>
            <a:spLocks noGrp="1"/>
          </p:cNvSpPr>
          <p:nvPr>
            <p:ph type="body"/>
          </p:nvPr>
        </p:nvSpPr>
        <p:spPr>
          <a:xfrm>
            <a:off x="6022080" y="3964320"/>
            <a:ext cx="2649600" cy="2158560"/>
          </a:xfrm>
          <a:prstGeom prst="rect">
            <a:avLst/>
          </a:prstGeom>
        </p:spPr>
        <p:txBody>
          <a:bodyPr lIns="0" tIns="0" rIns="0" bIns="0">
            <a:noAutofit/>
          </a:bodyPr>
          <a:lstStyle/>
          <a:p>
            <a:endParaRPr lang="en-US" sz="2400" b="0" strike="noStrike" spc="-1">
              <a:solidFill>
                <a:srgbClr val="376092"/>
              </a:solidFill>
              <a:latin typeface="Arial"/>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1.png"/></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0.xml"/><Relationship Id="rId13" Type="http://schemas.openxmlformats.org/officeDocument/2006/relationships/theme" Target="../theme/theme2.xml"/><Relationship Id="rId3" Type="http://schemas.openxmlformats.org/officeDocument/2006/relationships/slideLayout" Target="../slideLayouts/slideLayout15.xml"/><Relationship Id="rId7" Type="http://schemas.openxmlformats.org/officeDocument/2006/relationships/slideLayout" Target="../slideLayouts/slideLayout19.xml"/><Relationship Id="rId12" Type="http://schemas.openxmlformats.org/officeDocument/2006/relationships/slideLayout" Target="../slideLayouts/slideLayout24.xml"/><Relationship Id="rId2" Type="http://schemas.openxmlformats.org/officeDocument/2006/relationships/slideLayout" Target="../slideLayouts/slideLayout14.xml"/><Relationship Id="rId1" Type="http://schemas.openxmlformats.org/officeDocument/2006/relationships/slideLayout" Target="../slideLayouts/slideLayout13.xml"/><Relationship Id="rId6" Type="http://schemas.openxmlformats.org/officeDocument/2006/relationships/slideLayout" Target="../slideLayouts/slideLayout18.xml"/><Relationship Id="rId11" Type="http://schemas.openxmlformats.org/officeDocument/2006/relationships/slideLayout" Target="../slideLayouts/slideLayout23.xml"/><Relationship Id="rId5" Type="http://schemas.openxmlformats.org/officeDocument/2006/relationships/slideLayout" Target="../slideLayouts/slideLayout17.xml"/><Relationship Id="rId10" Type="http://schemas.openxmlformats.org/officeDocument/2006/relationships/slideLayout" Target="../slideLayouts/slideLayout22.xml"/><Relationship Id="rId4" Type="http://schemas.openxmlformats.org/officeDocument/2006/relationships/slideLayout" Target="../slideLayouts/slideLayout16.xml"/><Relationship Id="rId9" Type="http://schemas.openxmlformats.org/officeDocument/2006/relationships/slideLayout" Target="../slideLayouts/slideLayout21.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32.xml"/><Relationship Id="rId13" Type="http://schemas.openxmlformats.org/officeDocument/2006/relationships/theme" Target="../theme/theme3.xml"/><Relationship Id="rId18" Type="http://schemas.openxmlformats.org/officeDocument/2006/relationships/image" Target="../media/image3.png"/><Relationship Id="rId3" Type="http://schemas.openxmlformats.org/officeDocument/2006/relationships/slideLayout" Target="../slideLayouts/slideLayout27.xml"/><Relationship Id="rId7" Type="http://schemas.openxmlformats.org/officeDocument/2006/relationships/slideLayout" Target="../slideLayouts/slideLayout31.xml"/><Relationship Id="rId12" Type="http://schemas.openxmlformats.org/officeDocument/2006/relationships/slideLayout" Target="../slideLayouts/slideLayout36.xml"/><Relationship Id="rId17" Type="http://schemas.openxmlformats.org/officeDocument/2006/relationships/hyperlink" Target="http://www.showeet.com/terms-of-use/" TargetMode="External"/><Relationship Id="rId2" Type="http://schemas.openxmlformats.org/officeDocument/2006/relationships/slideLayout" Target="../slideLayouts/slideLayout26.xml"/><Relationship Id="rId16" Type="http://schemas.openxmlformats.org/officeDocument/2006/relationships/hyperlink" Target="http://www.showeet.com/" TargetMode="External"/><Relationship Id="rId1" Type="http://schemas.openxmlformats.org/officeDocument/2006/relationships/slideLayout" Target="../slideLayouts/slideLayout25.xml"/><Relationship Id="rId6" Type="http://schemas.openxmlformats.org/officeDocument/2006/relationships/slideLayout" Target="../slideLayouts/slideLayout30.xml"/><Relationship Id="rId11" Type="http://schemas.openxmlformats.org/officeDocument/2006/relationships/slideLayout" Target="../slideLayouts/slideLayout35.xml"/><Relationship Id="rId5" Type="http://schemas.openxmlformats.org/officeDocument/2006/relationships/slideLayout" Target="../slideLayouts/slideLayout29.xml"/><Relationship Id="rId15" Type="http://schemas.openxmlformats.org/officeDocument/2006/relationships/image" Target="../media/image2.png"/><Relationship Id="rId10" Type="http://schemas.openxmlformats.org/officeDocument/2006/relationships/slideLayout" Target="../slideLayouts/slideLayout34.xml"/><Relationship Id="rId19" Type="http://schemas.openxmlformats.org/officeDocument/2006/relationships/image" Target="../media/image4.emf"/><Relationship Id="rId4" Type="http://schemas.openxmlformats.org/officeDocument/2006/relationships/slideLayout" Target="../slideLayouts/slideLayout28.xml"/><Relationship Id="rId9" Type="http://schemas.openxmlformats.org/officeDocument/2006/relationships/slideLayout" Target="../slideLayouts/slideLayout33.xml"/><Relationship Id="rId14" Type="http://schemas.openxmlformats.org/officeDocument/2006/relationships/hyperlink" Target="http://creativecommons.org/licenses/by-nd/3.0/" TargetMode="Externa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3" name="PlaceHolder 1"/>
          <p:cNvSpPr>
            <a:spLocks noGrp="1"/>
          </p:cNvSpPr>
          <p:nvPr>
            <p:ph type="title"/>
          </p:nvPr>
        </p:nvSpPr>
        <p:spPr>
          <a:xfrm>
            <a:off x="1043640" y="4149000"/>
            <a:ext cx="7772040" cy="1469520"/>
          </a:xfrm>
          <a:prstGeom prst="rect">
            <a:avLst/>
          </a:prstGeom>
        </p:spPr>
        <p:txBody>
          <a:bodyPr lIns="90000" tIns="45000" rIns="90000" bIns="45000">
            <a:noAutofit/>
          </a:bodyPr>
          <a:lstStyle/>
          <a:p>
            <a:pPr algn="ctr"/>
            <a:r>
              <a:rPr lang="en-US" sz="4400" b="0" strike="noStrike" spc="-1">
                <a:solidFill>
                  <a:srgbClr val="490A3D"/>
                </a:solidFill>
                <a:latin typeface="Arial"/>
                <a:ea typeface="Arial"/>
              </a:rPr>
              <a:t>Click to edit the title text format</a:t>
            </a:r>
            <a:endParaRPr lang="en-US" sz="4400" b="0" strike="noStrike" spc="-1">
              <a:solidFill>
                <a:srgbClr val="376092"/>
              </a:solidFill>
              <a:latin typeface="Arial"/>
            </a:endParaRPr>
          </a:p>
        </p:txBody>
      </p:sp>
      <p:sp>
        <p:nvSpPr>
          <p:cNvPr id="4" name="PlaceHolder 2"/>
          <p:cNvSpPr>
            <a:spLocks noGrp="1"/>
          </p:cNvSpPr>
          <p:nvPr>
            <p:ph type="body"/>
          </p:nvPr>
        </p:nvSpPr>
        <p:spPr>
          <a:xfrm>
            <a:off x="1043640" y="5733360"/>
            <a:ext cx="7772040" cy="923760"/>
          </a:xfrm>
          <a:prstGeom prst="rect">
            <a:avLst/>
          </a:prstGeom>
        </p:spPr>
        <p:txBody>
          <a:bodyPr lIns="90000" tIns="45000" rIns="90000" bIns="45000">
            <a:noAutofit/>
          </a:bodyPr>
          <a:lstStyle/>
          <a:p>
            <a:pPr marL="432000" indent="-324000" algn="r">
              <a:spcAft>
                <a:spcPts val="1060"/>
              </a:spcAft>
              <a:buClr>
                <a:srgbClr val="000000"/>
              </a:buClr>
              <a:buSzPct val="45000"/>
              <a:buFont typeface="Wingdings" charset="2"/>
              <a:buChar char=""/>
            </a:pPr>
            <a:r>
              <a:rPr lang="en-US" sz="2400" b="0" strike="noStrike" spc="-1">
                <a:solidFill>
                  <a:srgbClr val="808080"/>
                </a:solidFill>
                <a:latin typeface="Arial"/>
                <a:ea typeface="Arial"/>
              </a:rPr>
              <a:t>Click to edit the outline text format</a:t>
            </a:r>
            <a:endParaRPr lang="en-US" sz="2400" b="0" strike="noStrike" spc="-1">
              <a:solidFill>
                <a:srgbClr val="999999"/>
              </a:solidFill>
              <a:latin typeface="Arial"/>
            </a:endParaRPr>
          </a:p>
          <a:p>
            <a:pPr marL="864000" lvl="1" indent="-324000" algn="r">
              <a:spcAft>
                <a:spcPts val="1134"/>
              </a:spcAft>
              <a:buClr>
                <a:srgbClr val="000000"/>
              </a:buClr>
              <a:buSzPct val="45000"/>
              <a:buFont typeface="Wingdings" charset="2"/>
              <a:buChar char=""/>
            </a:pPr>
            <a:r>
              <a:rPr lang="en-US" sz="2400" b="0" strike="noStrike" spc="-1">
                <a:solidFill>
                  <a:srgbClr val="808080"/>
                </a:solidFill>
                <a:latin typeface="Arial"/>
                <a:ea typeface="Arial"/>
              </a:rPr>
              <a:t>Second Outline Level</a:t>
            </a:r>
            <a:endParaRPr lang="en-US" sz="2400" b="0" strike="noStrike" spc="-1">
              <a:solidFill>
                <a:srgbClr val="999999"/>
              </a:solidFill>
              <a:latin typeface="Calibri"/>
            </a:endParaRPr>
          </a:p>
          <a:p>
            <a:pPr marL="1296000" lvl="2" indent="-288000" algn="r">
              <a:spcAft>
                <a:spcPts val="850"/>
              </a:spcAft>
              <a:buClr>
                <a:srgbClr val="000000"/>
              </a:buClr>
              <a:buSzPct val="75000"/>
              <a:buFont typeface="Symbol" charset="2"/>
              <a:buChar char=""/>
            </a:pPr>
            <a:r>
              <a:rPr lang="en-US" sz="2400" b="0" strike="noStrike" spc="-1">
                <a:solidFill>
                  <a:srgbClr val="808080"/>
                </a:solidFill>
                <a:latin typeface="Arial"/>
                <a:ea typeface="Arial"/>
              </a:rPr>
              <a:t>Third Outline Level</a:t>
            </a:r>
            <a:endParaRPr lang="en-US" sz="2400" b="0" strike="noStrike" spc="-1">
              <a:solidFill>
                <a:srgbClr val="999999"/>
              </a:solidFill>
              <a:latin typeface="Calibri"/>
            </a:endParaRPr>
          </a:p>
          <a:p>
            <a:pPr marL="1728000" lvl="3" indent="-216000" algn="r">
              <a:spcAft>
                <a:spcPts val="567"/>
              </a:spcAft>
              <a:buClr>
                <a:srgbClr val="000000"/>
              </a:buClr>
              <a:buSzPct val="45000"/>
              <a:buFont typeface="Wingdings" charset="2"/>
              <a:buChar char=""/>
            </a:pPr>
            <a:r>
              <a:rPr lang="en-US" sz="2400" b="0" strike="noStrike" spc="-1">
                <a:solidFill>
                  <a:srgbClr val="808080"/>
                </a:solidFill>
                <a:latin typeface="Arial"/>
                <a:ea typeface="Arial"/>
              </a:rPr>
              <a:t>Fourth Outline Level</a:t>
            </a:r>
            <a:endParaRPr lang="en-US" sz="2400" b="0" strike="noStrike" spc="-1">
              <a:solidFill>
                <a:srgbClr val="999999"/>
              </a:solidFill>
              <a:latin typeface="Calibri"/>
            </a:endParaRPr>
          </a:p>
          <a:p>
            <a:pPr marL="2160000" lvl="4" indent="-216000" algn="r">
              <a:spcAft>
                <a:spcPts val="283"/>
              </a:spcAft>
              <a:buClr>
                <a:srgbClr val="000000"/>
              </a:buClr>
              <a:buSzPct val="75000"/>
              <a:buFont typeface="Symbol" charset="2"/>
              <a:buChar char=""/>
            </a:pPr>
            <a:r>
              <a:rPr lang="en-US" sz="2400" b="0" strike="noStrike" spc="-1">
                <a:solidFill>
                  <a:srgbClr val="808080"/>
                </a:solidFill>
                <a:latin typeface="Arial"/>
                <a:ea typeface="Arial"/>
              </a:rPr>
              <a:t>Fifth Outline Level</a:t>
            </a:r>
            <a:endParaRPr lang="en-US" sz="2400" b="0" strike="noStrike" spc="-1">
              <a:solidFill>
                <a:srgbClr val="999999"/>
              </a:solidFill>
              <a:latin typeface="Calibri"/>
            </a:endParaRPr>
          </a:p>
          <a:p>
            <a:pPr marL="2592000" lvl="5" indent="-216000" algn="r">
              <a:spcAft>
                <a:spcPts val="283"/>
              </a:spcAft>
              <a:buClr>
                <a:srgbClr val="000000"/>
              </a:buClr>
              <a:buSzPct val="45000"/>
              <a:buFont typeface="Wingdings" charset="2"/>
              <a:buChar char=""/>
            </a:pPr>
            <a:r>
              <a:rPr lang="en-US" sz="2400" b="0" strike="noStrike" spc="-1">
                <a:solidFill>
                  <a:srgbClr val="808080"/>
                </a:solidFill>
                <a:latin typeface="Arial"/>
                <a:ea typeface="Arial"/>
              </a:rPr>
              <a:t>Sixth Outline Level</a:t>
            </a:r>
            <a:endParaRPr lang="en-US" sz="2400" b="0" strike="noStrike" spc="-1">
              <a:solidFill>
                <a:srgbClr val="999999"/>
              </a:solidFill>
              <a:latin typeface="Calibri"/>
            </a:endParaRPr>
          </a:p>
          <a:p>
            <a:pPr marL="3024000" lvl="6" indent="-216000" algn="r">
              <a:spcAft>
                <a:spcPts val="283"/>
              </a:spcAft>
              <a:buClr>
                <a:srgbClr val="000000"/>
              </a:buClr>
              <a:buSzPct val="45000"/>
              <a:buFont typeface="Wingdings" charset="2"/>
              <a:buChar char=""/>
            </a:pPr>
            <a:r>
              <a:rPr lang="en-US" sz="2400" b="0" strike="noStrike" spc="-1">
                <a:solidFill>
                  <a:srgbClr val="808080"/>
                </a:solidFill>
                <a:latin typeface="Arial"/>
                <a:ea typeface="Arial"/>
              </a:rPr>
              <a:t>Seventh Outline Level</a:t>
            </a:r>
            <a:endParaRPr lang="en-US" sz="2400" b="0" strike="noStrike" spc="-1">
              <a:solidFill>
                <a:srgbClr val="999999"/>
              </a:solidFill>
              <a:latin typeface="Calibri"/>
            </a:endParaRPr>
          </a:p>
          <a:p>
            <a:pPr marL="3456000" lvl="7" indent="-216000" algn="r">
              <a:spcAft>
                <a:spcPts val="283"/>
              </a:spcAft>
              <a:buClr>
                <a:srgbClr val="000000"/>
              </a:buClr>
              <a:buSzPct val="45000"/>
              <a:buFont typeface="Wingdings" charset="2"/>
              <a:buChar char=""/>
            </a:pPr>
            <a:r>
              <a:rPr lang="en-US" sz="2400" b="0" strike="noStrike" spc="-1">
                <a:solidFill>
                  <a:srgbClr val="808080"/>
                </a:solidFill>
                <a:latin typeface="Arial"/>
                <a:ea typeface="Arial"/>
              </a:rPr>
              <a:t>Eighth Outline Level</a:t>
            </a:r>
            <a:endParaRPr lang="en-US" sz="2400" b="0" strike="noStrike" spc="-1">
              <a:solidFill>
                <a:srgbClr val="999999"/>
              </a:solidFill>
              <a:latin typeface="Calibri"/>
            </a:endParaRPr>
          </a:p>
          <a:p>
            <a:pPr marL="3888000" lvl="8" indent="-216000" algn="r">
              <a:spcAft>
                <a:spcPts val="283"/>
              </a:spcAft>
              <a:buClr>
                <a:srgbClr val="000000"/>
              </a:buClr>
              <a:buSzPct val="45000"/>
              <a:buFont typeface="Wingdings" charset="2"/>
              <a:buChar char=""/>
            </a:pPr>
            <a:r>
              <a:rPr lang="en-US" sz="2400" b="0" strike="noStrike" spc="-1">
                <a:solidFill>
                  <a:srgbClr val="808080"/>
                </a:solidFill>
                <a:latin typeface="Arial"/>
                <a:ea typeface="Arial"/>
              </a:rPr>
              <a:t>Ninth Outline LevelClick to edit Master subtitle style</a:t>
            </a:r>
            <a:endParaRPr lang="en-US" sz="2400" b="0" strike="noStrike" spc="-1">
              <a:solidFill>
                <a:srgbClr val="999999"/>
              </a:solidFill>
              <a:latin typeface="Calibri"/>
            </a:endParaRPr>
          </a:p>
        </p:txBody>
      </p:sp>
      <p:pic>
        <p:nvPicPr>
          <p:cNvPr id="2" name="Picture 2"/>
          <p:cNvPicPr/>
          <p:nvPr/>
        </p:nvPicPr>
        <p:blipFill>
          <a:blip r:embed="rId14"/>
          <a:stretch/>
        </p:blipFill>
        <p:spPr>
          <a:xfrm>
            <a:off x="-420840" y="-143640"/>
            <a:ext cx="9984960" cy="4053960"/>
          </a:xfrm>
          <a:prstGeom prst="rect">
            <a:avLst/>
          </a:prstGeom>
          <a:ln w="0">
            <a:noFill/>
          </a:ln>
        </p:spPr>
      </p:pic>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hf sldNum="0" hdr="0" ftr="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39" name="PlaceHolder 1"/>
          <p:cNvSpPr>
            <a:spLocks noGrp="1"/>
          </p:cNvSpPr>
          <p:nvPr>
            <p:ph type="title"/>
          </p:nvPr>
        </p:nvSpPr>
        <p:spPr>
          <a:xfrm>
            <a:off x="457200" y="274680"/>
            <a:ext cx="8229240" cy="1142640"/>
          </a:xfrm>
          <a:prstGeom prst="rect">
            <a:avLst/>
          </a:prstGeom>
        </p:spPr>
        <p:txBody>
          <a:bodyPr lIns="90000" tIns="45000" rIns="90000" bIns="45000">
            <a:noAutofit/>
          </a:bodyPr>
          <a:lstStyle/>
          <a:p>
            <a:pPr algn="ctr"/>
            <a:r>
              <a:rPr lang="en-US" sz="3200" b="1" strike="noStrike" spc="-1">
                <a:solidFill>
                  <a:srgbClr val="490A3D"/>
                </a:solidFill>
                <a:latin typeface="Arial"/>
                <a:ea typeface="Arial"/>
              </a:rPr>
              <a:t>Click to edit the title text format</a:t>
            </a:r>
            <a:endParaRPr lang="en-US" sz="3200" b="0" strike="noStrike" spc="-1">
              <a:solidFill>
                <a:srgbClr val="376092"/>
              </a:solidFill>
              <a:latin typeface="Arial"/>
            </a:endParaRPr>
          </a:p>
        </p:txBody>
      </p:sp>
      <p:sp>
        <p:nvSpPr>
          <p:cNvPr id="40" name="PlaceHolder 2"/>
          <p:cNvSpPr>
            <a:spLocks noGrp="1"/>
          </p:cNvSpPr>
          <p:nvPr>
            <p:ph type="body"/>
          </p:nvPr>
        </p:nvSpPr>
        <p:spPr>
          <a:xfrm>
            <a:off x="457200" y="1600200"/>
            <a:ext cx="8229240" cy="4525560"/>
          </a:xfrm>
          <a:prstGeom prst="rect">
            <a:avLst/>
          </a:prstGeom>
        </p:spPr>
        <p:txBody>
          <a:bodyPr lIns="90000" tIns="45000" rIns="90000" bIns="45000">
            <a:noAutofit/>
          </a:bodyPr>
          <a:lstStyle/>
          <a:p>
            <a:pPr marL="432000" indent="-324000">
              <a:spcAft>
                <a:spcPts val="1060"/>
              </a:spcAft>
              <a:buClr>
                <a:srgbClr val="000000"/>
              </a:buClr>
              <a:buSzPct val="45000"/>
              <a:buFont typeface="Wingdings" charset="2"/>
              <a:buChar char=""/>
            </a:pPr>
            <a:r>
              <a:rPr lang="en-US" sz="2400" b="0" strike="noStrike" spc="-1">
                <a:solidFill>
                  <a:srgbClr val="490A3D"/>
                </a:solidFill>
                <a:latin typeface="Arial"/>
                <a:ea typeface="Arial"/>
              </a:rPr>
              <a:t>Click to edit the outline text format</a:t>
            </a:r>
            <a:endParaRPr lang="en-US" sz="2400" b="0" strike="noStrike" spc="-1">
              <a:solidFill>
                <a:srgbClr val="376092"/>
              </a:solidFill>
              <a:latin typeface="Arial"/>
            </a:endParaRPr>
          </a:p>
          <a:p>
            <a:pPr marL="864000" lvl="1" indent="-324000">
              <a:spcAft>
                <a:spcPts val="1134"/>
              </a:spcAft>
              <a:buClr>
                <a:srgbClr val="000000"/>
              </a:buClr>
              <a:buSzPct val="45000"/>
              <a:buFont typeface="Wingdings" charset="2"/>
              <a:buChar char=""/>
            </a:pPr>
            <a:r>
              <a:rPr lang="en-US" sz="2200" b="0" strike="noStrike" spc="-1">
                <a:solidFill>
                  <a:srgbClr val="490A3D"/>
                </a:solidFill>
                <a:latin typeface="Arial"/>
                <a:ea typeface="Arial"/>
              </a:rPr>
              <a:t>Second Outline Level</a:t>
            </a:r>
            <a:endParaRPr lang="en-US" sz="2200" b="0" strike="noStrike" spc="-1">
              <a:solidFill>
                <a:srgbClr val="376092"/>
              </a:solidFill>
              <a:latin typeface="Calibri"/>
            </a:endParaRPr>
          </a:p>
          <a:p>
            <a:pPr marL="1296000" lvl="2" indent="-288000">
              <a:spcAft>
                <a:spcPts val="850"/>
              </a:spcAft>
              <a:buClr>
                <a:srgbClr val="000000"/>
              </a:buClr>
              <a:buSzPct val="75000"/>
              <a:buFont typeface="Symbol" charset="2"/>
              <a:buChar char=""/>
            </a:pPr>
            <a:r>
              <a:rPr lang="en-US" sz="2000" b="0" strike="noStrike" spc="-1">
                <a:solidFill>
                  <a:srgbClr val="490A3D"/>
                </a:solidFill>
                <a:latin typeface="Arial"/>
                <a:ea typeface="Arial"/>
              </a:rPr>
              <a:t>Third Outline Level</a:t>
            </a:r>
            <a:endParaRPr lang="en-US" sz="2000" b="0" strike="noStrike" spc="-1">
              <a:solidFill>
                <a:srgbClr val="376092"/>
              </a:solidFill>
              <a:latin typeface="Calibri"/>
            </a:endParaRPr>
          </a:p>
          <a:p>
            <a:pPr marL="1728000" lvl="3" indent="-216000">
              <a:spcAft>
                <a:spcPts val="567"/>
              </a:spcAft>
              <a:buClr>
                <a:srgbClr val="000000"/>
              </a:buClr>
              <a:buSzPct val="45000"/>
              <a:buFont typeface="Wingdings" charset="2"/>
              <a:buChar char=""/>
            </a:pPr>
            <a:r>
              <a:rPr lang="en-US" sz="1800" b="0" strike="noStrike" spc="-1">
                <a:solidFill>
                  <a:srgbClr val="490A3D"/>
                </a:solidFill>
                <a:latin typeface="Arial"/>
                <a:ea typeface="Arial"/>
              </a:rPr>
              <a:t>Fourth Outline Level</a:t>
            </a:r>
            <a:endParaRPr lang="en-US" sz="1800" b="0" strike="noStrike" spc="-1">
              <a:solidFill>
                <a:srgbClr val="376092"/>
              </a:solidFill>
              <a:latin typeface="Calibri"/>
            </a:endParaRPr>
          </a:p>
          <a:p>
            <a:pPr marL="2160000" lvl="4" indent="-216000">
              <a:spcAft>
                <a:spcPts val="283"/>
              </a:spcAft>
              <a:buClr>
                <a:srgbClr val="000000"/>
              </a:buClr>
              <a:buSzPct val="75000"/>
              <a:buFont typeface="Symbol" charset="2"/>
              <a:buChar char=""/>
            </a:pPr>
            <a:r>
              <a:rPr lang="en-US" sz="1600" b="0" strike="noStrike" spc="-1">
                <a:solidFill>
                  <a:srgbClr val="490A3D"/>
                </a:solidFill>
                <a:latin typeface="Arial"/>
                <a:ea typeface="Arial"/>
              </a:rPr>
              <a:t>Fifth Outline Level</a:t>
            </a:r>
            <a:endParaRPr lang="en-US" sz="1600" b="0" strike="noStrike" spc="-1">
              <a:solidFill>
                <a:srgbClr val="376092"/>
              </a:solidFill>
              <a:latin typeface="Calibri"/>
            </a:endParaRPr>
          </a:p>
          <a:p>
            <a:pPr marL="2592000" lvl="5" indent="-216000">
              <a:spcAft>
                <a:spcPts val="283"/>
              </a:spcAft>
              <a:buClr>
                <a:srgbClr val="000000"/>
              </a:buClr>
              <a:buSzPct val="45000"/>
              <a:buFont typeface="Wingdings" charset="2"/>
              <a:buChar char=""/>
            </a:pPr>
            <a:r>
              <a:rPr lang="en-US" sz="1500" b="0" strike="noStrike" spc="-1">
                <a:solidFill>
                  <a:srgbClr val="490A3D"/>
                </a:solidFill>
                <a:latin typeface="Arial"/>
                <a:ea typeface="Arial"/>
              </a:rPr>
              <a:t>Sixth Outline Level</a:t>
            </a:r>
            <a:endParaRPr lang="en-US" sz="1500" b="0" strike="noStrike" spc="-1">
              <a:solidFill>
                <a:srgbClr val="376092"/>
              </a:solidFill>
              <a:latin typeface="Calibri"/>
            </a:endParaRPr>
          </a:p>
          <a:p>
            <a:pPr marL="3024000" lvl="6" indent="-216000">
              <a:spcAft>
                <a:spcPts val="283"/>
              </a:spcAft>
              <a:buClr>
                <a:srgbClr val="000000"/>
              </a:buClr>
              <a:buSzPct val="45000"/>
              <a:buFont typeface="Wingdings" charset="2"/>
              <a:buChar char=""/>
            </a:pPr>
            <a:r>
              <a:rPr lang="en-US" sz="1400" b="0" strike="noStrike" spc="-1">
                <a:solidFill>
                  <a:srgbClr val="490A3D"/>
                </a:solidFill>
                <a:latin typeface="Arial"/>
                <a:ea typeface="Arial"/>
              </a:rPr>
              <a:t>Seventh Outline Level</a:t>
            </a:r>
            <a:endParaRPr lang="en-US" sz="1400" b="0" strike="noStrike" spc="-1">
              <a:solidFill>
                <a:srgbClr val="376092"/>
              </a:solidFill>
              <a:latin typeface="Calibri"/>
            </a:endParaRPr>
          </a:p>
          <a:p>
            <a:pPr marL="3456000" lvl="7" indent="-216000">
              <a:spcAft>
                <a:spcPts val="283"/>
              </a:spcAft>
              <a:buClr>
                <a:srgbClr val="000000"/>
              </a:buClr>
              <a:buSzPct val="45000"/>
              <a:buFont typeface="Wingdings" charset="2"/>
              <a:buChar char=""/>
            </a:pPr>
            <a:r>
              <a:rPr lang="en-US" sz="1300" b="0" strike="noStrike" spc="-1">
                <a:solidFill>
                  <a:srgbClr val="490A3D"/>
                </a:solidFill>
                <a:latin typeface="Arial"/>
                <a:ea typeface="Arial"/>
              </a:rPr>
              <a:t>Eighth Outline Level</a:t>
            </a:r>
            <a:endParaRPr lang="en-US" sz="1300" b="0" strike="noStrike" spc="-1">
              <a:solidFill>
                <a:srgbClr val="376092"/>
              </a:solidFill>
              <a:latin typeface="Calibri"/>
            </a:endParaRPr>
          </a:p>
          <a:p>
            <a:pPr marL="3888000" lvl="8" indent="-216000">
              <a:spcAft>
                <a:spcPts val="283"/>
              </a:spcAft>
              <a:buClr>
                <a:srgbClr val="000000"/>
              </a:buClr>
              <a:buSzPct val="45000"/>
              <a:buFont typeface="Wingdings" charset="2"/>
              <a:buChar char=""/>
            </a:pPr>
            <a:r>
              <a:rPr lang="en-US" sz="1200" b="0" strike="noStrike" spc="-1">
                <a:solidFill>
                  <a:srgbClr val="490A3D"/>
                </a:solidFill>
                <a:latin typeface="Arial"/>
                <a:ea typeface="Arial"/>
              </a:rPr>
              <a:t>Ninth Outline Level</a:t>
            </a:r>
            <a:endParaRPr lang="en-US" sz="1200" b="0" strike="noStrike" spc="-1">
              <a:solidFill>
                <a:srgbClr val="376092"/>
              </a:solidFill>
              <a:latin typeface="Calibri"/>
            </a:endParaRPr>
          </a:p>
        </p:txBody>
      </p:sp>
      <p:sp>
        <p:nvSpPr>
          <p:cNvPr id="41" name="PlaceHolder 3"/>
          <p:cNvSpPr>
            <a:spLocks noGrp="1"/>
          </p:cNvSpPr>
          <p:nvPr>
            <p:ph type="dt"/>
          </p:nvPr>
        </p:nvSpPr>
        <p:spPr>
          <a:xfrm>
            <a:off x="457200" y="6356520"/>
            <a:ext cx="2133360" cy="364680"/>
          </a:xfrm>
          <a:prstGeom prst="rect">
            <a:avLst/>
          </a:prstGeom>
        </p:spPr>
        <p:txBody>
          <a:bodyPr lIns="90000" tIns="45000" rIns="90000" bIns="45000">
            <a:noAutofit/>
          </a:bodyPr>
          <a:lstStyle/>
          <a:p>
            <a:endParaRPr lang="fr-FR" sz="1200" b="0" strike="noStrike" spc="-1">
              <a:latin typeface="Times New Roman"/>
            </a:endParaRPr>
          </a:p>
        </p:txBody>
      </p:sp>
      <p:sp>
        <p:nvSpPr>
          <p:cNvPr id="42" name="PlaceHolder 4"/>
          <p:cNvSpPr>
            <a:spLocks noGrp="1"/>
          </p:cNvSpPr>
          <p:nvPr>
            <p:ph type="ftr"/>
          </p:nvPr>
        </p:nvSpPr>
        <p:spPr>
          <a:xfrm>
            <a:off x="3124080" y="6356520"/>
            <a:ext cx="2895120" cy="364680"/>
          </a:xfrm>
          <a:prstGeom prst="rect">
            <a:avLst/>
          </a:prstGeom>
        </p:spPr>
        <p:txBody>
          <a:bodyPr lIns="90000" tIns="45000" rIns="90000" bIns="45000">
            <a:noAutofit/>
          </a:bodyPr>
          <a:lstStyle/>
          <a:p>
            <a:pPr algn="ctr"/>
            <a:endParaRPr lang="fr-FR" sz="1200" b="0" strike="noStrike" spc="-1">
              <a:solidFill>
                <a:srgbClr val="B3B3B3"/>
              </a:solidFill>
              <a:latin typeface="Arial"/>
            </a:endParaRPr>
          </a:p>
        </p:txBody>
      </p:sp>
      <p:sp>
        <p:nvSpPr>
          <p:cNvPr id="43" name="PlaceHolder 5"/>
          <p:cNvSpPr>
            <a:spLocks noGrp="1"/>
          </p:cNvSpPr>
          <p:nvPr>
            <p:ph type="sldNum"/>
          </p:nvPr>
        </p:nvSpPr>
        <p:spPr>
          <a:xfrm>
            <a:off x="6553080" y="6356520"/>
            <a:ext cx="2133360" cy="364680"/>
          </a:xfrm>
          <a:prstGeom prst="rect">
            <a:avLst/>
          </a:prstGeom>
        </p:spPr>
        <p:txBody>
          <a:bodyPr lIns="90000" tIns="45000" rIns="90000" bIns="45000">
            <a:noAutofit/>
          </a:bodyPr>
          <a:lstStyle/>
          <a:p>
            <a:pPr algn="r"/>
            <a:fld id="{A5C73E94-B7FC-4C8D-BFA3-E33D91AB40A9}" type="slidenum">
              <a:rPr lang="fr-FR" sz="1200" b="0" strike="noStrike" spc="-1">
                <a:solidFill>
                  <a:srgbClr val="B3B3B3"/>
                </a:solidFill>
                <a:latin typeface="Arial"/>
                <a:ea typeface="Arial"/>
              </a:rPr>
              <a:t>‹N°›</a:t>
            </a:fld>
            <a:endParaRPr lang="fr-FR" sz="1200" b="0" strike="noStrike" spc="-1">
              <a:latin typeface="Times New Roman"/>
            </a:endParaRPr>
          </a:p>
        </p:txBody>
      </p:sp>
      <p:sp>
        <p:nvSpPr>
          <p:cNvPr id="44" name="Line 6"/>
          <p:cNvSpPr/>
          <p:nvPr/>
        </p:nvSpPr>
        <p:spPr>
          <a:xfrm>
            <a:off x="467280" y="6309000"/>
            <a:ext cx="8209080" cy="0"/>
          </a:xfrm>
          <a:prstGeom prst="line">
            <a:avLst/>
          </a:prstGeom>
          <a:ln w="9360">
            <a:solidFill>
              <a:srgbClr val="BFBFBF"/>
            </a:solidFill>
            <a:round/>
          </a:ln>
        </p:spPr>
        <p:style>
          <a:lnRef idx="0">
            <a:scrgbClr r="0" g="0" b="0"/>
          </a:lnRef>
          <a:fillRef idx="0">
            <a:scrgbClr r="0" g="0" b="0"/>
          </a:fillRef>
          <a:effectRef idx="0">
            <a:scrgbClr r="0" g="0" b="0"/>
          </a:effectRef>
          <a:fontRef idx="minor"/>
        </p:style>
      </p:sp>
    </p:spTree>
  </p:cSld>
  <p:clrMap bg1="lt1" tx1="dk1" bg2="lt2" tx2="dk2" accent1="accent1" accent2="accent2" accent3="accent3" accent4="accent4" accent5="accent5" accent6="accent6" hlink="hlink" folHlink="folHlink"/>
  <p:sldLayoutIdLst>
    <p:sldLayoutId id="2147483662" r:id="rId1"/>
    <p:sldLayoutId id="2147483663" r:id="rId2"/>
    <p:sldLayoutId id="2147483664" r:id="rId3"/>
    <p:sldLayoutId id="2147483665" r:id="rId4"/>
    <p:sldLayoutId id="2147483666" r:id="rId5"/>
    <p:sldLayoutId id="2147483667" r:id="rId6"/>
    <p:sldLayoutId id="2147483668" r:id="rId7"/>
    <p:sldLayoutId id="2147483669" r:id="rId8"/>
    <p:sldLayoutId id="2147483670" r:id="rId9"/>
    <p:sldLayoutId id="2147483671" r:id="rId10"/>
    <p:sldLayoutId id="2147483672" r:id="rId11"/>
    <p:sldLayoutId id="2147483673" r:id="rId12"/>
  </p:sldLayoutIdLst>
  <p:hf sldNum="0" hdr="0" ftr="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81" name="CustomShape 1"/>
          <p:cNvSpPr/>
          <p:nvPr/>
        </p:nvSpPr>
        <p:spPr>
          <a:xfrm>
            <a:off x="360" y="360"/>
            <a:ext cx="9143640" cy="6857640"/>
          </a:xfrm>
          <a:prstGeom prst="rect">
            <a:avLst/>
          </a:prstGeom>
          <a:gradFill rotWithShape="0">
            <a:gsLst>
              <a:gs pos="0">
                <a:srgbClr val="FFFFFF"/>
              </a:gs>
              <a:gs pos="100000">
                <a:srgbClr val="D9D9D9"/>
              </a:gs>
            </a:gsLst>
            <a:path path="circle">
              <a:fillToRect l="50000" t="30000" r="50000" b="70000"/>
            </a:path>
          </a:gradFill>
          <a:ln w="9360">
            <a:solidFill>
              <a:srgbClr val="FFFFFF"/>
            </a:solidFill>
            <a:miter/>
          </a:ln>
        </p:spPr>
        <p:style>
          <a:lnRef idx="0">
            <a:scrgbClr r="0" g="0" b="0"/>
          </a:lnRef>
          <a:fillRef idx="0">
            <a:scrgbClr r="0" g="0" b="0"/>
          </a:fillRef>
          <a:effectRef idx="0">
            <a:scrgbClr r="0" g="0" b="0"/>
          </a:effectRef>
          <a:fontRef idx="minor"/>
        </p:style>
      </p:sp>
      <p:sp>
        <p:nvSpPr>
          <p:cNvPr id="82" name="PlaceHolder 2"/>
          <p:cNvSpPr>
            <a:spLocks noGrp="1"/>
          </p:cNvSpPr>
          <p:nvPr>
            <p:ph type="title"/>
          </p:nvPr>
        </p:nvSpPr>
        <p:spPr>
          <a:xfrm>
            <a:off x="685800" y="2130120"/>
            <a:ext cx="7772400" cy="1470240"/>
          </a:xfrm>
          <a:prstGeom prst="rect">
            <a:avLst/>
          </a:prstGeom>
        </p:spPr>
        <p:txBody>
          <a:bodyPr lIns="90000" tIns="46800" rIns="90000" bIns="46800" anchor="ctr">
            <a:noAutofit/>
          </a:bodyPr>
          <a:lstStyle/>
          <a:p>
            <a:pPr algn="ctr">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fr-FR" sz="3600" b="0" strike="noStrike" spc="-1">
                <a:solidFill>
                  <a:srgbClr val="000000"/>
                </a:solidFill>
                <a:latin typeface="Arial"/>
              </a:rPr>
              <a:t>Cliquez pour éditer le format du texte-titre</a:t>
            </a:r>
          </a:p>
        </p:txBody>
      </p:sp>
      <p:sp>
        <p:nvSpPr>
          <p:cNvPr id="83" name="PlaceHolder 3"/>
          <p:cNvSpPr>
            <a:spLocks noGrp="1"/>
          </p:cNvSpPr>
          <p:nvPr>
            <p:ph type="body"/>
          </p:nvPr>
        </p:nvSpPr>
        <p:spPr>
          <a:xfrm>
            <a:off x="457200" y="1604520"/>
            <a:ext cx="8229240" cy="3977640"/>
          </a:xfrm>
          <a:prstGeom prst="rect">
            <a:avLst/>
          </a:prstGeom>
        </p:spPr>
        <p:txBody>
          <a:bodyPr lIns="0" tIns="0" rIns="0" bIns="0">
            <a:noAutofit/>
          </a:bodyPr>
          <a:lstStyle/>
          <a:p>
            <a:pPr marL="342720" indent="-342720">
              <a:spcBef>
                <a:spcPts val="598"/>
              </a:spcBef>
              <a:buClr>
                <a:srgbClr val="000000"/>
              </a:buClr>
              <a:buFont typeface="Arial"/>
              <a:buChar char="•"/>
              <a:tabLst>
                <a:tab pos="571320" algn="l"/>
                <a:tab pos="1485720" algn="l"/>
                <a:tab pos="2400120" algn="l"/>
                <a:tab pos="3314520" algn="l"/>
                <a:tab pos="4228920" algn="l"/>
                <a:tab pos="5143320" algn="l"/>
                <a:tab pos="6057720" algn="l"/>
                <a:tab pos="6972120" algn="l"/>
                <a:tab pos="7886520" algn="l"/>
                <a:tab pos="8800920" algn="l"/>
                <a:tab pos="9715320" algn="l"/>
              </a:tabLst>
            </a:pPr>
            <a:r>
              <a:rPr lang="fr-FR" sz="2400" b="0" strike="noStrike" spc="-1">
                <a:solidFill>
                  <a:srgbClr val="000000"/>
                </a:solidFill>
                <a:latin typeface="Arial"/>
              </a:rPr>
              <a:t>Cliquez pour éditer le format du plan de texte</a:t>
            </a:r>
          </a:p>
          <a:p>
            <a:pPr marL="742680" lvl="1" indent="-285480">
              <a:spcBef>
                <a:spcPts val="499"/>
              </a:spcBef>
              <a:buClr>
                <a:srgbClr val="000000"/>
              </a:buClr>
              <a:buFont typeface="Arial"/>
              <a:buChar char="–"/>
              <a:tabLst>
                <a:tab pos="171360" algn="l"/>
                <a:tab pos="1085760" algn="l"/>
                <a:tab pos="2000160" algn="l"/>
                <a:tab pos="2914560" algn="l"/>
                <a:tab pos="3828960" algn="l"/>
                <a:tab pos="4743360" algn="l"/>
                <a:tab pos="5657760" algn="l"/>
                <a:tab pos="6572160" algn="l"/>
                <a:tab pos="7486560" algn="l"/>
                <a:tab pos="8400960" algn="l"/>
                <a:tab pos="9315360" algn="l"/>
              </a:tabLst>
            </a:pPr>
            <a:r>
              <a:rPr lang="fr-FR" sz="2000" b="0" strike="noStrike" spc="-1">
                <a:solidFill>
                  <a:srgbClr val="000000"/>
                </a:solidFill>
                <a:latin typeface="Arial"/>
              </a:rPr>
              <a:t>Second niveau de plan</a:t>
            </a:r>
          </a:p>
          <a:p>
            <a:pPr marL="1143000" lvl="2" indent="-228600">
              <a:spcBef>
                <a:spcPts val="448"/>
              </a:spcBef>
              <a:buClr>
                <a:srgbClr val="000000"/>
              </a:buClr>
              <a:buFont typeface="Arial"/>
              <a:buChar char="•"/>
              <a:tabLst>
                <a:tab pos="685800" algn="l"/>
                <a:tab pos="1600200" algn="l"/>
                <a:tab pos="2514600" algn="l"/>
                <a:tab pos="3429000" algn="l"/>
                <a:tab pos="4343400" algn="l"/>
                <a:tab pos="5257800" algn="l"/>
                <a:tab pos="6172200" algn="l"/>
                <a:tab pos="7086600" algn="l"/>
                <a:tab pos="8001000" algn="l"/>
                <a:tab pos="8915400" algn="l"/>
              </a:tabLst>
            </a:pPr>
            <a:r>
              <a:rPr lang="fr-FR" sz="1800" b="0" strike="noStrike" spc="-1">
                <a:solidFill>
                  <a:srgbClr val="000000"/>
                </a:solidFill>
                <a:latin typeface="Arial"/>
              </a:rPr>
              <a:t>Troisième niveau de plan</a:t>
            </a:r>
          </a:p>
          <a:p>
            <a:pPr marL="1600200" lvl="3" indent="-228600">
              <a:spcBef>
                <a:spcPts val="400"/>
              </a:spcBef>
              <a:buClr>
                <a:srgbClr val="000000"/>
              </a:buClr>
              <a:buFont typeface="Arial"/>
              <a:buChar char="–"/>
              <a:tabLst>
                <a:tab pos="228600" algn="l"/>
                <a:tab pos="1143000" algn="l"/>
                <a:tab pos="2057400" algn="l"/>
                <a:tab pos="2971800" algn="l"/>
                <a:tab pos="3886200" algn="l"/>
                <a:tab pos="4800600" algn="l"/>
                <a:tab pos="5715000" algn="l"/>
                <a:tab pos="6629400" algn="l"/>
                <a:tab pos="7543800" algn="l"/>
                <a:tab pos="8458200" algn="l"/>
              </a:tabLst>
            </a:pPr>
            <a:r>
              <a:rPr lang="fr-FR" sz="1600" b="0" strike="noStrike" spc="-1">
                <a:solidFill>
                  <a:srgbClr val="000000"/>
                </a:solidFill>
                <a:latin typeface="Arial"/>
              </a:rPr>
              <a:t>Quatrième niveau de plan</a:t>
            </a:r>
          </a:p>
          <a:p>
            <a:pPr marL="2057400" lvl="4" indent="-228600">
              <a:spcBef>
                <a:spcPts val="400"/>
              </a:spcBef>
              <a:buClr>
                <a:srgbClr val="000000"/>
              </a:buClr>
              <a:buFont typeface="Arial"/>
              <a:buChar char="»"/>
              <a:tabLst>
                <a:tab pos="685800" algn="l"/>
                <a:tab pos="1600200" algn="l"/>
                <a:tab pos="2514600" algn="l"/>
                <a:tab pos="3429000" algn="l"/>
                <a:tab pos="4343400" algn="l"/>
                <a:tab pos="5257800" algn="l"/>
                <a:tab pos="6172200" algn="l"/>
                <a:tab pos="7086600" algn="l"/>
                <a:tab pos="8001000" algn="l"/>
              </a:tabLst>
            </a:pPr>
            <a:r>
              <a:rPr lang="fr-FR" sz="1600" b="0" strike="noStrike" spc="-1">
                <a:solidFill>
                  <a:srgbClr val="000000"/>
                </a:solidFill>
                <a:latin typeface="Arial"/>
              </a:rPr>
              <a:t>Cinquième niveau de plan</a:t>
            </a:r>
          </a:p>
          <a:p>
            <a:pPr marL="2057400" lvl="5" indent="-228600">
              <a:spcBef>
                <a:spcPts val="400"/>
              </a:spcBef>
              <a:buClr>
                <a:srgbClr val="000000"/>
              </a:buClr>
              <a:buFont typeface="Arial"/>
              <a:buChar char="»"/>
              <a:tabLst>
                <a:tab pos="685800" algn="l"/>
                <a:tab pos="1600200" algn="l"/>
                <a:tab pos="2514600" algn="l"/>
                <a:tab pos="3429000" algn="l"/>
                <a:tab pos="4343400" algn="l"/>
                <a:tab pos="5257800" algn="l"/>
                <a:tab pos="6172200" algn="l"/>
                <a:tab pos="7086600" algn="l"/>
                <a:tab pos="8001000" algn="l"/>
              </a:tabLst>
            </a:pPr>
            <a:r>
              <a:rPr lang="fr-FR" sz="1600" b="0" strike="noStrike" spc="-1">
                <a:solidFill>
                  <a:srgbClr val="000000"/>
                </a:solidFill>
                <a:latin typeface="Arial"/>
              </a:rPr>
              <a:t>Sixième niveau de plan</a:t>
            </a:r>
          </a:p>
          <a:p>
            <a:pPr marL="2057400" lvl="6" indent="-228600">
              <a:spcBef>
                <a:spcPts val="400"/>
              </a:spcBef>
              <a:buClr>
                <a:srgbClr val="000000"/>
              </a:buClr>
              <a:buFont typeface="Arial"/>
              <a:buChar char="»"/>
              <a:tabLst>
                <a:tab pos="685800" algn="l"/>
                <a:tab pos="1600200" algn="l"/>
                <a:tab pos="2514600" algn="l"/>
                <a:tab pos="3429000" algn="l"/>
                <a:tab pos="4343400" algn="l"/>
                <a:tab pos="5257800" algn="l"/>
                <a:tab pos="6172200" algn="l"/>
                <a:tab pos="7086600" algn="l"/>
                <a:tab pos="8001000" algn="l"/>
              </a:tabLst>
            </a:pPr>
            <a:r>
              <a:rPr lang="fr-FR" sz="1600" b="0" strike="noStrike" spc="-1">
                <a:solidFill>
                  <a:srgbClr val="000000"/>
                </a:solidFill>
                <a:latin typeface="Arial"/>
              </a:rPr>
              <a:t>Septième niveau de plan</a:t>
            </a:r>
          </a:p>
        </p:txBody>
      </p:sp>
      <p:sp>
        <p:nvSpPr>
          <p:cNvPr id="84" name="Line 4"/>
          <p:cNvSpPr/>
          <p:nvPr/>
        </p:nvSpPr>
        <p:spPr>
          <a:xfrm>
            <a:off x="3348000" y="1413360"/>
            <a:ext cx="0" cy="4464000"/>
          </a:xfrm>
          <a:prstGeom prst="line">
            <a:avLst/>
          </a:prstGeom>
          <a:ln w="9360">
            <a:solidFill>
              <a:srgbClr val="C0C0C0"/>
            </a:solidFill>
            <a:miter/>
          </a:ln>
        </p:spPr>
        <p:style>
          <a:lnRef idx="0">
            <a:scrgbClr r="0" g="0" b="0"/>
          </a:lnRef>
          <a:fillRef idx="0">
            <a:scrgbClr r="0" g="0" b="0"/>
          </a:fillRef>
          <a:effectRef idx="0">
            <a:scrgbClr r="0" g="0" b="0"/>
          </a:effectRef>
          <a:fontRef idx="minor"/>
        </p:style>
      </p:sp>
      <p:sp>
        <p:nvSpPr>
          <p:cNvPr id="85" name="CustomShape 5"/>
          <p:cNvSpPr/>
          <p:nvPr/>
        </p:nvSpPr>
        <p:spPr>
          <a:xfrm>
            <a:off x="457200" y="275040"/>
            <a:ext cx="8229600" cy="655560"/>
          </a:xfrm>
          <a:prstGeom prst="rect">
            <a:avLst/>
          </a:prstGeom>
          <a:noFill/>
          <a:ln w="0">
            <a:noFill/>
          </a:ln>
        </p:spPr>
        <p:style>
          <a:lnRef idx="0">
            <a:scrgbClr r="0" g="0" b="0"/>
          </a:lnRef>
          <a:fillRef idx="0">
            <a:scrgbClr r="0" g="0" b="0"/>
          </a:fillRef>
          <a:effectRef idx="0">
            <a:scrgbClr r="0" g="0" b="0"/>
          </a:effectRef>
          <a:fontRef idx="minor"/>
        </p:style>
      </p:sp>
      <p:sp>
        <p:nvSpPr>
          <p:cNvPr id="86" name="CustomShape 6"/>
          <p:cNvSpPr/>
          <p:nvPr/>
        </p:nvSpPr>
        <p:spPr>
          <a:xfrm>
            <a:off x="3995640" y="6596280"/>
            <a:ext cx="5004000" cy="246240"/>
          </a:xfrm>
          <a:prstGeom prst="rect">
            <a:avLst/>
          </a:prstGeom>
          <a:noFill/>
          <a:ln w="0">
            <a:noFill/>
          </a:ln>
        </p:spPr>
        <p:style>
          <a:lnRef idx="0">
            <a:scrgbClr r="0" g="0" b="0"/>
          </a:lnRef>
          <a:fillRef idx="0">
            <a:scrgbClr r="0" g="0" b="0"/>
          </a:fillRef>
          <a:effectRef idx="0">
            <a:scrgbClr r="0" g="0" b="0"/>
          </a:effectRef>
          <a:fontRef idx="minor"/>
        </p:style>
        <p:txBody>
          <a:bodyPr lIns="90000" tIns="46800" rIns="90000" bIns="46800" anchor="ctr">
            <a:spAutoFit/>
          </a:bodyPr>
          <a:lstStyle/>
          <a:p>
            <a:pPr>
              <a:lnSpc>
                <a:spcPct val="100000"/>
              </a:lnSpc>
            </a:pPr>
            <a:r>
              <a:rPr lang="fr-FR" sz="1000" b="0" strike="noStrike" spc="-1">
                <a:solidFill>
                  <a:srgbClr val="009999"/>
                </a:solidFill>
                <a:latin typeface="Arial"/>
                <a:hlinkClick r:id="rId14"/>
              </a:rPr>
              <a:t>http://creativecommons.org/licenses/by-nd/3.0/</a:t>
            </a:r>
            <a:r>
              <a:rPr lang="fr-FR" sz="1000" b="0" strike="noStrike" spc="-1">
                <a:latin typeface="Arial"/>
              </a:rPr>
              <a:t> </a:t>
            </a:r>
          </a:p>
        </p:txBody>
      </p:sp>
      <p:sp>
        <p:nvSpPr>
          <p:cNvPr id="87" name="Line 7"/>
          <p:cNvSpPr/>
          <p:nvPr/>
        </p:nvSpPr>
        <p:spPr>
          <a:xfrm>
            <a:off x="3348000" y="1413360"/>
            <a:ext cx="0" cy="4464000"/>
          </a:xfrm>
          <a:prstGeom prst="line">
            <a:avLst/>
          </a:prstGeom>
          <a:ln w="9360">
            <a:solidFill>
              <a:srgbClr val="C0C0C0"/>
            </a:solidFill>
            <a:miter/>
          </a:ln>
        </p:spPr>
        <p:style>
          <a:lnRef idx="0">
            <a:scrgbClr r="0" g="0" b="0"/>
          </a:lnRef>
          <a:fillRef idx="0">
            <a:scrgbClr r="0" g="0" b="0"/>
          </a:fillRef>
          <a:effectRef idx="0">
            <a:scrgbClr r="0" g="0" b="0"/>
          </a:effectRef>
          <a:fontRef idx="minor"/>
        </p:style>
      </p:sp>
      <p:sp>
        <p:nvSpPr>
          <p:cNvPr id="88" name="CustomShape 8"/>
          <p:cNvSpPr/>
          <p:nvPr/>
        </p:nvSpPr>
        <p:spPr>
          <a:xfrm>
            <a:off x="299880" y="1700640"/>
            <a:ext cx="2832120" cy="1739880"/>
          </a:xfrm>
          <a:prstGeom prst="rect">
            <a:avLst/>
          </a:prstGeom>
          <a:noFill/>
          <a:ln w="0">
            <a:noFill/>
          </a:ln>
        </p:spPr>
        <p:style>
          <a:lnRef idx="0">
            <a:scrgbClr r="0" g="0" b="0"/>
          </a:lnRef>
          <a:fillRef idx="0">
            <a:scrgbClr r="0" g="0" b="0"/>
          </a:fillRef>
          <a:effectRef idx="0">
            <a:scrgbClr r="0" g="0" b="0"/>
          </a:effectRef>
          <a:fontRef idx="minor"/>
        </p:style>
        <p:txBody>
          <a:bodyPr lIns="90000" tIns="46800" rIns="90000" bIns="46800">
            <a:spAutoFit/>
          </a:bodyPr>
          <a:lstStyle/>
          <a:p>
            <a:pPr>
              <a:lnSpc>
                <a:spcPct val="100000"/>
              </a:lnSpc>
            </a:pPr>
            <a:r>
              <a:rPr lang="en-GB" sz="1800" b="1" strike="noStrike" spc="-1">
                <a:solidFill>
                  <a:srgbClr val="4E2169"/>
                </a:solidFill>
                <a:latin typeface="Arial"/>
              </a:rPr>
              <a:t>You can use this </a:t>
            </a:r>
            <a:r>
              <a:rPr lang="en-GB" sz="1800" b="1" strike="noStrike" spc="-1">
                <a:solidFill>
                  <a:srgbClr val="AD5B84"/>
                </a:solidFill>
                <a:latin typeface="Arial"/>
              </a:rPr>
              <a:t>OpenOffice Impress</a:t>
            </a:r>
            <a:r>
              <a:rPr lang="en-GB" sz="1800" b="1" strike="noStrike" spc="-1">
                <a:solidFill>
                  <a:srgbClr val="4E2169"/>
                </a:solidFill>
                <a:latin typeface="Arial"/>
              </a:rPr>
              <a:t> template for </a:t>
            </a:r>
            <a:endParaRPr lang="fr-FR" sz="1800" b="0" strike="noStrike" spc="-1">
              <a:latin typeface="Arial"/>
            </a:endParaRPr>
          </a:p>
          <a:p>
            <a:pPr>
              <a:lnSpc>
                <a:spcPct val="100000"/>
              </a:lnSpc>
            </a:pPr>
            <a:r>
              <a:rPr lang="en-GB" sz="1800" b="1" strike="noStrike" spc="-1">
                <a:solidFill>
                  <a:srgbClr val="4E2169"/>
                </a:solidFill>
                <a:latin typeface="Arial"/>
              </a:rPr>
              <a:t>your personal, educational and business presentations.</a:t>
            </a:r>
            <a:endParaRPr lang="fr-FR" sz="1800" b="0" strike="noStrike" spc="-1">
              <a:latin typeface="Arial"/>
            </a:endParaRPr>
          </a:p>
        </p:txBody>
      </p:sp>
      <p:sp>
        <p:nvSpPr>
          <p:cNvPr id="89" name="CustomShape 9"/>
          <p:cNvSpPr/>
          <p:nvPr/>
        </p:nvSpPr>
        <p:spPr>
          <a:xfrm>
            <a:off x="457200" y="275040"/>
            <a:ext cx="8229600" cy="655560"/>
          </a:xfrm>
          <a:prstGeom prst="rect">
            <a:avLst/>
          </a:prstGeom>
          <a:noFill/>
          <a:ln w="0">
            <a:noFill/>
          </a:ln>
        </p:spPr>
        <p:style>
          <a:lnRef idx="0">
            <a:scrgbClr r="0" g="0" b="0"/>
          </a:lnRef>
          <a:fillRef idx="0">
            <a:scrgbClr r="0" g="0" b="0"/>
          </a:fillRef>
          <a:effectRef idx="0">
            <a:scrgbClr r="0" g="0" b="0"/>
          </a:effectRef>
          <a:fontRef idx="minor"/>
        </p:style>
        <p:txBody>
          <a:bodyPr lIns="90000" tIns="46800" rIns="90000" bIns="46800" anchor="ctr">
            <a:noAutofit/>
          </a:bodyPr>
          <a:lstStyle/>
          <a:p>
            <a:pPr>
              <a:lnSpc>
                <a:spcPct val="100000"/>
              </a:lnSpc>
            </a:pPr>
            <a:r>
              <a:rPr lang="en-US" sz="2800" b="1" strike="noStrike" spc="-1">
                <a:solidFill>
                  <a:srgbClr val="4E2169"/>
                </a:solidFill>
                <a:latin typeface="Arial"/>
              </a:rPr>
              <a:t>Conditions of use</a:t>
            </a:r>
            <a:endParaRPr lang="fr-FR" sz="2800" b="0" strike="noStrike" spc="-1">
              <a:latin typeface="Arial"/>
            </a:endParaRPr>
          </a:p>
        </p:txBody>
      </p:sp>
      <p:sp>
        <p:nvSpPr>
          <p:cNvPr id="90" name="CustomShape 10"/>
          <p:cNvSpPr/>
          <p:nvPr/>
        </p:nvSpPr>
        <p:spPr>
          <a:xfrm>
            <a:off x="250920" y="4617360"/>
            <a:ext cx="2736720" cy="423000"/>
          </a:xfrm>
          <a:prstGeom prst="rect">
            <a:avLst/>
          </a:prstGeom>
          <a:gradFill rotWithShape="0">
            <a:gsLst>
              <a:gs pos="0">
                <a:srgbClr val="FFA7A4"/>
              </a:gs>
              <a:gs pos="100000">
                <a:srgbClr val="FFE5E5"/>
              </a:gs>
            </a:gsLst>
            <a:lin ang="16200000"/>
          </a:gradFill>
          <a:ln w="9360">
            <a:solidFill>
              <a:srgbClr val="BE4B48"/>
            </a:solidFill>
            <a:round/>
          </a:ln>
        </p:spPr>
        <p:style>
          <a:lnRef idx="0">
            <a:scrgbClr r="0" g="0" b="0"/>
          </a:lnRef>
          <a:fillRef idx="0">
            <a:scrgbClr r="0" g="0" b="0"/>
          </a:fillRef>
          <a:effectRef idx="0">
            <a:scrgbClr r="0" g="0" b="0"/>
          </a:effectRef>
          <a:fontRef idx="minor"/>
        </p:style>
      </p:sp>
      <p:sp>
        <p:nvSpPr>
          <p:cNvPr id="91" name="CustomShape 11"/>
          <p:cNvSpPr/>
          <p:nvPr/>
        </p:nvSpPr>
        <p:spPr>
          <a:xfrm>
            <a:off x="299880" y="3644640"/>
            <a:ext cx="2831760" cy="1338120"/>
          </a:xfrm>
          <a:prstGeom prst="rect">
            <a:avLst/>
          </a:prstGeom>
          <a:noFill/>
          <a:ln w="9360">
            <a:noFill/>
          </a:ln>
        </p:spPr>
        <p:style>
          <a:lnRef idx="0">
            <a:scrgbClr r="0" g="0" b="0"/>
          </a:lnRef>
          <a:fillRef idx="0">
            <a:scrgbClr r="0" g="0" b="0"/>
          </a:fillRef>
          <a:effectRef idx="0">
            <a:scrgbClr r="0" g="0" b="0"/>
          </a:effectRef>
          <a:fontRef idx="minor"/>
        </p:style>
        <p:txBody>
          <a:bodyPr lIns="90000" tIns="45000" rIns="90000" bIns="45000">
            <a:spAutoFit/>
          </a:bodyPr>
          <a:lstStyle/>
          <a:p>
            <a:r>
              <a:rPr lang="en-US" sz="1600" b="0" strike="noStrike" spc="-1">
                <a:solidFill>
                  <a:srgbClr val="000000"/>
                </a:solidFill>
                <a:latin typeface="Calibri"/>
              </a:rPr>
              <a:t>The copyright statement we require you to include when you use our material is:</a:t>
            </a:r>
            <a:endParaRPr lang="fr-FR" sz="1600" b="0" strike="noStrike" spc="-1">
              <a:latin typeface="Arial"/>
            </a:endParaRPr>
          </a:p>
          <a:p>
            <a:br/>
            <a:r>
              <a:rPr lang="fr-FR" sz="1800" b="0" strike="noStrike" spc="-1">
                <a:solidFill>
                  <a:srgbClr val="C00000"/>
                </a:solidFill>
                <a:latin typeface="Calibri"/>
              </a:rPr>
              <a:t>© Copyright Showeet.com</a:t>
            </a:r>
            <a:endParaRPr lang="fr-FR" sz="1800" b="0" strike="noStrike" spc="-1">
              <a:latin typeface="Arial"/>
            </a:endParaRPr>
          </a:p>
        </p:txBody>
      </p:sp>
      <p:pic>
        <p:nvPicPr>
          <p:cNvPr id="92" name="Image 1"/>
          <p:cNvPicPr/>
          <p:nvPr/>
        </p:nvPicPr>
        <p:blipFill>
          <a:blip r:embed="rId15"/>
          <a:stretch/>
        </p:blipFill>
        <p:spPr>
          <a:xfrm>
            <a:off x="335160" y="5410440"/>
            <a:ext cx="2323800" cy="961560"/>
          </a:xfrm>
          <a:prstGeom prst="rect">
            <a:avLst/>
          </a:prstGeom>
          <a:ln w="0">
            <a:noFill/>
          </a:ln>
        </p:spPr>
      </p:pic>
      <p:sp>
        <p:nvSpPr>
          <p:cNvPr id="93" name="CustomShape 12"/>
          <p:cNvSpPr/>
          <p:nvPr/>
        </p:nvSpPr>
        <p:spPr>
          <a:xfrm>
            <a:off x="625680" y="6157440"/>
            <a:ext cx="1759680" cy="547200"/>
          </a:xfrm>
          <a:prstGeom prst="rect">
            <a:avLst/>
          </a:prstGeom>
          <a:noFill/>
          <a:ln w="9360">
            <a:noFill/>
          </a:ln>
        </p:spPr>
        <p:style>
          <a:lnRef idx="0">
            <a:scrgbClr r="0" g="0" b="0"/>
          </a:lnRef>
          <a:fillRef idx="0">
            <a:scrgbClr r="0" g="0" b="0"/>
          </a:fillRef>
          <a:effectRef idx="0">
            <a:scrgbClr r="0" g="0" b="0"/>
          </a:effectRef>
          <a:fontRef idx="minor"/>
        </p:style>
        <p:txBody>
          <a:bodyPr wrap="none" lIns="90000" tIns="45000" rIns="90000" bIns="45000" anchor="ctr">
            <a:spAutoFit/>
          </a:bodyPr>
          <a:lstStyle/>
          <a:p>
            <a:r>
              <a:rPr lang="fr-FR" sz="1000" b="0" strike="noStrike" spc="-1">
                <a:solidFill>
                  <a:srgbClr val="000000"/>
                </a:solidFill>
                <a:latin typeface="Calibri"/>
                <a:hlinkClick r:id="rId16"/>
              </a:rPr>
              <a:t>http://www.showeet.com</a:t>
            </a:r>
            <a:endParaRPr lang="fr-FR" sz="1000" b="0" strike="noStrike" spc="-1">
              <a:latin typeface="Arial"/>
            </a:endParaRPr>
          </a:p>
          <a:p>
            <a:endParaRPr lang="fr-FR" sz="1000" b="0" strike="noStrike" spc="-1">
              <a:latin typeface="Arial"/>
            </a:endParaRPr>
          </a:p>
          <a:p>
            <a:r>
              <a:rPr lang="fr-FR" sz="1000" b="0" strike="noStrike" spc="-1">
                <a:solidFill>
                  <a:srgbClr val="000000"/>
                </a:solidFill>
                <a:latin typeface="Calibri"/>
              </a:rPr>
              <a:t>Contact: Showeet@ymail.com </a:t>
            </a:r>
            <a:endParaRPr lang="fr-FR" sz="1000" b="0" strike="noStrike" spc="-1">
              <a:latin typeface="Arial"/>
            </a:endParaRPr>
          </a:p>
        </p:txBody>
      </p:sp>
      <p:sp>
        <p:nvSpPr>
          <p:cNvPr id="94" name="CustomShape 13"/>
          <p:cNvSpPr/>
          <p:nvPr/>
        </p:nvSpPr>
        <p:spPr>
          <a:xfrm>
            <a:off x="3995640" y="1448280"/>
            <a:ext cx="4716000" cy="5134680"/>
          </a:xfrm>
          <a:prstGeom prst="rect">
            <a:avLst/>
          </a:prstGeom>
          <a:noFill/>
          <a:ln w="9360">
            <a:noFill/>
          </a:ln>
        </p:spPr>
        <p:style>
          <a:lnRef idx="0">
            <a:scrgbClr r="0" g="0" b="0"/>
          </a:lnRef>
          <a:fillRef idx="0">
            <a:scrgbClr r="0" g="0" b="0"/>
          </a:fillRef>
          <a:effectRef idx="0">
            <a:scrgbClr r="0" g="0" b="0"/>
          </a:effectRef>
          <a:fontRef idx="minor"/>
        </p:style>
        <p:txBody>
          <a:bodyPr lIns="90000" tIns="45000" rIns="90000" bIns="45000">
            <a:spAutoFit/>
          </a:bodyPr>
          <a:lstStyle/>
          <a:p>
            <a:r>
              <a:rPr lang="en-US" sz="1600" b="1" strike="noStrike" spc="-1">
                <a:solidFill>
                  <a:srgbClr val="000000"/>
                </a:solidFill>
                <a:latin typeface="Calibri"/>
              </a:rPr>
              <a:t>With the use of this free </a:t>
            </a:r>
            <a:r>
              <a:rPr lang="en-US" sz="1600" b="1" strike="noStrike" spc="-1">
                <a:solidFill>
                  <a:srgbClr val="0070C0"/>
                </a:solidFill>
                <a:latin typeface="Calibri"/>
              </a:rPr>
              <a:t>template </a:t>
            </a:r>
            <a:r>
              <a:rPr lang="en-US" sz="1600" b="1" strike="noStrike" spc="-1">
                <a:solidFill>
                  <a:srgbClr val="000000"/>
                </a:solidFill>
                <a:latin typeface="Calibri"/>
              </a:rPr>
              <a:t>you accept the following use and license conditions.</a:t>
            </a:r>
            <a:endParaRPr lang="fr-FR" sz="1600" b="0" strike="noStrike" spc="-1">
              <a:latin typeface="Arial"/>
            </a:endParaRPr>
          </a:p>
          <a:p>
            <a:endParaRPr lang="fr-FR" sz="1600" b="0" strike="noStrike" spc="-1">
              <a:latin typeface="Arial"/>
            </a:endParaRPr>
          </a:p>
          <a:p>
            <a:r>
              <a:rPr lang="en-US" sz="1200" b="0" strike="noStrike" spc="-1">
                <a:solidFill>
                  <a:srgbClr val="000000"/>
                </a:solidFill>
                <a:latin typeface="Calibri"/>
              </a:rPr>
              <a:t>You</a:t>
            </a:r>
            <a:r>
              <a:rPr lang="fr-FR" sz="1200" b="0" strike="noStrike" spc="-1">
                <a:solidFill>
                  <a:srgbClr val="000000"/>
                </a:solidFill>
                <a:latin typeface="Calibri"/>
              </a:rPr>
              <a:t> are </a:t>
            </a:r>
            <a:r>
              <a:rPr lang="en-US" sz="1200" b="0" strike="noStrike" spc="-1">
                <a:solidFill>
                  <a:srgbClr val="000000"/>
                </a:solidFill>
                <a:latin typeface="Calibri"/>
              </a:rPr>
              <a:t>free</a:t>
            </a:r>
            <a:r>
              <a:rPr lang="fr-FR" sz="1200" b="0" strike="noStrike" spc="-1">
                <a:solidFill>
                  <a:srgbClr val="000000"/>
                </a:solidFill>
                <a:latin typeface="Calibri"/>
              </a:rPr>
              <a:t>:</a:t>
            </a:r>
            <a:endParaRPr lang="fr-FR" sz="1200" b="0" strike="noStrike" spc="-1">
              <a:latin typeface="Arial"/>
            </a:endParaRPr>
          </a:p>
          <a:p>
            <a:endParaRPr lang="fr-FR" sz="1200" b="0" strike="noStrike" spc="-1">
              <a:latin typeface="Arial"/>
            </a:endParaRPr>
          </a:p>
          <a:p>
            <a:r>
              <a:rPr lang="en-US" sz="1400" b="1" strike="noStrike" spc="-1">
                <a:solidFill>
                  <a:srgbClr val="000000"/>
                </a:solidFill>
                <a:latin typeface="Calibri"/>
              </a:rPr>
              <a:t>To Share</a:t>
            </a:r>
            <a:r>
              <a:rPr lang="en-US" sz="1200" b="0" strike="noStrike" spc="-1">
                <a:solidFill>
                  <a:srgbClr val="000000"/>
                </a:solidFill>
                <a:latin typeface="Calibri"/>
              </a:rPr>
              <a:t> — to copy, distribute and transmit the work</a:t>
            </a:r>
            <a:endParaRPr lang="fr-FR" sz="1200" b="0" strike="noStrike" spc="-1">
              <a:latin typeface="Arial"/>
            </a:endParaRPr>
          </a:p>
          <a:p>
            <a:r>
              <a:rPr lang="en-US" sz="1200" b="0" strike="noStrike" spc="-1">
                <a:solidFill>
                  <a:srgbClr val="000000"/>
                </a:solidFill>
                <a:latin typeface="Calibri"/>
              </a:rPr>
              <a:t>Under the following conditions:</a:t>
            </a:r>
            <a:endParaRPr lang="fr-FR" sz="1200" b="0" strike="noStrike" spc="-1">
              <a:latin typeface="Arial"/>
            </a:endParaRPr>
          </a:p>
          <a:p>
            <a:endParaRPr lang="fr-FR" sz="1200" b="0" strike="noStrike" spc="-1">
              <a:latin typeface="Arial"/>
            </a:endParaRPr>
          </a:p>
          <a:p>
            <a:r>
              <a:rPr lang="en-US" sz="1400" b="1" strike="noStrike" spc="-1">
                <a:solidFill>
                  <a:srgbClr val="000000"/>
                </a:solidFill>
                <a:latin typeface="Calibri"/>
              </a:rPr>
              <a:t>Attribution</a:t>
            </a:r>
            <a:r>
              <a:rPr lang="en-US" sz="1200" b="0" strike="noStrike" spc="-1">
                <a:solidFill>
                  <a:srgbClr val="000000"/>
                </a:solidFill>
                <a:latin typeface="Calibri"/>
              </a:rPr>
              <a:t> — You must attribute the work in the manner specified by the author or licensor (but not in any way that suggests that they endorse you or your use of the work).</a:t>
            </a:r>
            <a:endParaRPr lang="fr-FR" sz="1200" b="0" strike="noStrike" spc="-1">
              <a:latin typeface="Arial"/>
            </a:endParaRPr>
          </a:p>
          <a:p>
            <a:r>
              <a:rPr lang="en-US" sz="1400" b="1" strike="noStrike" spc="-1">
                <a:solidFill>
                  <a:srgbClr val="000000"/>
                </a:solidFill>
                <a:latin typeface="Calibri"/>
              </a:rPr>
              <a:t>No Derivative Works</a:t>
            </a:r>
            <a:r>
              <a:rPr lang="en-US" sz="1200" b="0" strike="noStrike" spc="-1">
                <a:solidFill>
                  <a:srgbClr val="000000"/>
                </a:solidFill>
                <a:latin typeface="Calibri"/>
              </a:rPr>
              <a:t> — You may not alter, transform, or build upon this work.</a:t>
            </a:r>
            <a:endParaRPr lang="fr-FR" sz="1200" b="0" strike="noStrike" spc="-1">
              <a:latin typeface="Arial"/>
            </a:endParaRPr>
          </a:p>
          <a:p>
            <a:endParaRPr lang="fr-FR" sz="1200" b="0" strike="noStrike" spc="-1">
              <a:latin typeface="Arial"/>
            </a:endParaRPr>
          </a:p>
          <a:p>
            <a:r>
              <a:rPr lang="en-US" sz="1050" b="0" strike="noStrike" spc="-1">
                <a:solidFill>
                  <a:srgbClr val="000000"/>
                </a:solidFill>
                <a:latin typeface="Calibri"/>
              </a:rPr>
              <a:t>For any  distribution, you must make clear to others the license terms of this work. The best way to do this is with a link to this web page: </a:t>
            </a:r>
            <a:r>
              <a:rPr lang="en-US" sz="1050" b="0" strike="noStrike" spc="-1">
                <a:solidFill>
                  <a:srgbClr val="000000"/>
                </a:solidFill>
                <a:latin typeface="Calibri"/>
                <a:hlinkClick r:id="rId17"/>
              </a:rPr>
              <a:t>http://www.showeet.com/terms-of-use/</a:t>
            </a:r>
            <a:r>
              <a:rPr lang="en-US" sz="1050" b="0" strike="noStrike" spc="-1">
                <a:solidFill>
                  <a:srgbClr val="000000"/>
                </a:solidFill>
                <a:latin typeface="Calibri"/>
              </a:rPr>
              <a:t> </a:t>
            </a:r>
            <a:br/>
            <a:br/>
            <a:r>
              <a:rPr lang="en-US" sz="1050" b="0" strike="noStrike" spc="-1">
                <a:solidFill>
                  <a:srgbClr val="000000"/>
                </a:solidFill>
                <a:latin typeface="Calibri"/>
              </a:rPr>
              <a:t>Any of the conditions can be waived if you get permission from showeet.com</a:t>
            </a:r>
            <a:endParaRPr lang="fr-FR" sz="1050" b="0" strike="noStrike" spc="-1">
              <a:latin typeface="Arial"/>
            </a:endParaRPr>
          </a:p>
          <a:p>
            <a:r>
              <a:rPr lang="en-US" sz="1050" b="0" strike="noStrike" spc="-1">
                <a:solidFill>
                  <a:srgbClr val="000000"/>
                </a:solidFill>
                <a:latin typeface="Calibri"/>
              </a:rPr>
              <a:t>In no event shall </a:t>
            </a:r>
            <a:r>
              <a:rPr lang="en-US" sz="1050" b="0" u="sng" strike="noStrike" spc="-1">
                <a:solidFill>
                  <a:srgbClr val="000000"/>
                </a:solidFill>
                <a:uFillTx/>
                <a:latin typeface="Calibri"/>
              </a:rPr>
              <a:t>Showeet.com</a:t>
            </a:r>
            <a:r>
              <a:rPr lang="en-US" sz="1050" b="0" strike="noStrike" spc="-1">
                <a:solidFill>
                  <a:srgbClr val="000000"/>
                </a:solidFill>
                <a:latin typeface="Calibri"/>
              </a:rPr>
              <a:t> be liable for any indirect, special or consequential damages arising out of or in connection with the use of the template, diagram or map.</a:t>
            </a:r>
            <a:endParaRPr lang="fr-FR" sz="1050" b="0" strike="noStrike" spc="-1">
              <a:latin typeface="Arial"/>
            </a:endParaRPr>
          </a:p>
        </p:txBody>
      </p:sp>
      <p:pic>
        <p:nvPicPr>
          <p:cNvPr id="95" name="Image 94"/>
          <p:cNvPicPr/>
          <p:nvPr/>
        </p:nvPicPr>
        <p:blipFill>
          <a:blip r:embed="rId18"/>
          <a:stretch/>
        </p:blipFill>
        <p:spPr>
          <a:xfrm>
            <a:off x="3732840" y="971640"/>
            <a:ext cx="1798200" cy="435960"/>
          </a:xfrm>
          <a:prstGeom prst="rect">
            <a:avLst/>
          </a:prstGeom>
          <a:ln w="0">
            <a:noFill/>
          </a:ln>
        </p:spPr>
      </p:pic>
      <p:pic>
        <p:nvPicPr>
          <p:cNvPr id="96" name="Image 95"/>
          <p:cNvPicPr/>
          <p:nvPr/>
        </p:nvPicPr>
        <p:blipFill>
          <a:blip r:embed="rId19"/>
          <a:stretch/>
        </p:blipFill>
        <p:spPr>
          <a:xfrm>
            <a:off x="3616560" y="3693960"/>
            <a:ext cx="303120" cy="967680"/>
          </a:xfrm>
          <a:prstGeom prst="rect">
            <a:avLst/>
          </a:prstGeom>
          <a:ln w="0">
            <a:noFill/>
          </a:ln>
        </p:spPr>
      </p:pic>
    </p:spTree>
  </p:cSld>
  <p:clrMap bg1="lt1" tx1="dk1" bg2="lt2" tx2="dk2" accent1="accent1" accent2="accent2" accent3="accent3" accent4="accent4" accent5="accent5" accent6="accent6" hlink="hlink" folHlink="folHlink"/>
  <p:sldLayoutIdLst>
    <p:sldLayoutId id="2147483675" r:id="rId1"/>
    <p:sldLayoutId id="2147483676" r:id="rId2"/>
    <p:sldLayoutId id="2147483677" r:id="rId3"/>
    <p:sldLayoutId id="2147483678" r:id="rId4"/>
    <p:sldLayoutId id="2147483679" r:id="rId5"/>
    <p:sldLayoutId id="2147483680" r:id="rId6"/>
    <p:sldLayoutId id="2147483681" r:id="rId7"/>
    <p:sldLayoutId id="2147483682" r:id="rId8"/>
    <p:sldLayoutId id="2147483683" r:id="rId9"/>
    <p:sldLayoutId id="2147483684" r:id="rId10"/>
    <p:sldLayoutId id="2147483685" r:id="rId11"/>
    <p:sldLayoutId id="2147483686" r:id="rId12"/>
  </p:sldLayoutIdLst>
  <p:hf sldNum="0" hdr="0" ftr="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4.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15.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8.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15.xml"/></Relationships>
</file>

<file path=ppt/slides/_rels/slide9.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15.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 name="TextShape 1"/>
          <p:cNvSpPr txBox="1"/>
          <p:nvPr/>
        </p:nvSpPr>
        <p:spPr>
          <a:xfrm>
            <a:off x="435006" y="4149000"/>
            <a:ext cx="8380674" cy="1469520"/>
          </a:xfrm>
          <a:prstGeom prst="rect">
            <a:avLst/>
          </a:prstGeom>
          <a:noFill/>
          <a:ln w="0">
            <a:noFill/>
          </a:ln>
        </p:spPr>
        <p:txBody>
          <a:bodyPr lIns="0" tIns="0" rIns="0" bIns="0" anchor="ctr">
            <a:noAutofit/>
          </a:bodyPr>
          <a:lstStyle/>
          <a:p>
            <a:pPr algn="r"/>
            <a:r>
              <a:rPr lang="fr-FR" sz="4400" spc="-1" dirty="0">
                <a:solidFill>
                  <a:srgbClr val="376092"/>
                </a:solidFill>
                <a:latin typeface="Arial"/>
              </a:rPr>
              <a:t>Suites géométriques</a:t>
            </a:r>
            <a:br>
              <a:rPr dirty="0"/>
            </a:br>
            <a:r>
              <a:rPr lang="fr-FR" sz="4400" b="0" strike="noStrike" spc="-1" dirty="0">
                <a:solidFill>
                  <a:srgbClr val="376092"/>
                </a:solidFill>
                <a:latin typeface="Arial"/>
              </a:rPr>
              <a:t> </a:t>
            </a:r>
            <a:endParaRPr lang="en-US" sz="4400" b="0" strike="noStrike" spc="-1" dirty="0">
              <a:solidFill>
                <a:srgbClr val="376092"/>
              </a:solidFill>
              <a:latin typeface="Arial"/>
            </a:endParaRPr>
          </a:p>
        </p:txBody>
      </p:sp>
      <p:sp>
        <p:nvSpPr>
          <p:cNvPr id="134" name="TextShape 2"/>
          <p:cNvSpPr txBox="1"/>
          <p:nvPr/>
        </p:nvSpPr>
        <p:spPr>
          <a:xfrm>
            <a:off x="1043640" y="5733360"/>
            <a:ext cx="7772040" cy="923760"/>
          </a:xfrm>
          <a:prstGeom prst="rect">
            <a:avLst/>
          </a:prstGeom>
          <a:noFill/>
          <a:ln w="0">
            <a:noFill/>
          </a:ln>
        </p:spPr>
        <p:txBody>
          <a:bodyPr lIns="0" tIns="0" rIns="0" bIns="0">
            <a:noAutofit/>
          </a:bodyPr>
          <a:lstStyle/>
          <a:p>
            <a:pPr marL="432000" indent="-324000" algn="r">
              <a:spcAft>
                <a:spcPts val="1060"/>
              </a:spcAft>
              <a:buClr>
                <a:srgbClr val="000000"/>
              </a:buClr>
              <a:buSzPct val="45000"/>
              <a:buFont typeface="Wingdings" charset="2"/>
              <a:buChar char=""/>
            </a:pPr>
            <a:r>
              <a:rPr lang="fr-FR" sz="2400" b="0" strike="noStrike" spc="-1" dirty="0">
                <a:solidFill>
                  <a:srgbClr val="999999"/>
                </a:solidFill>
                <a:latin typeface="Arial"/>
              </a:rPr>
              <a:t>Philippe Schlegel</a:t>
            </a:r>
            <a:endParaRPr lang="en-US" sz="2400" b="0" strike="noStrike" spc="-1" dirty="0">
              <a:solidFill>
                <a:srgbClr val="999999"/>
              </a:solidFill>
              <a:latin typeface="Arial"/>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5" name="TextShape 1"/>
          <p:cNvSpPr txBox="1"/>
          <p:nvPr/>
        </p:nvSpPr>
        <p:spPr>
          <a:xfrm>
            <a:off x="457200" y="274680"/>
            <a:ext cx="8229240" cy="1142640"/>
          </a:xfrm>
          <a:prstGeom prst="rect">
            <a:avLst/>
          </a:prstGeom>
          <a:noFill/>
          <a:ln w="0">
            <a:noFill/>
          </a:ln>
        </p:spPr>
        <p:txBody>
          <a:bodyPr lIns="0" tIns="0" rIns="0" bIns="0">
            <a:noAutofit/>
          </a:bodyPr>
          <a:lstStyle/>
          <a:p>
            <a:r>
              <a:rPr lang="fr-FR" sz="3200" b="0" strike="noStrike" spc="-1" dirty="0">
                <a:solidFill>
                  <a:srgbClr val="376092"/>
                </a:solidFill>
                <a:latin typeface="Arial"/>
              </a:rPr>
              <a:t>Suites géométriques</a:t>
            </a:r>
            <a:endParaRPr lang="en-US" sz="3200" b="0" strike="noStrike" spc="-1" dirty="0">
              <a:solidFill>
                <a:srgbClr val="376092"/>
              </a:solidFill>
              <a:latin typeface="Arial"/>
            </a:endParaRPr>
          </a:p>
        </p:txBody>
      </p:sp>
      <p:sp>
        <p:nvSpPr>
          <p:cNvPr id="136" name="TextShape 2"/>
          <p:cNvSpPr txBox="1"/>
          <p:nvPr/>
        </p:nvSpPr>
        <p:spPr>
          <a:xfrm>
            <a:off x="457200" y="1600200"/>
            <a:ext cx="8229240" cy="4525560"/>
          </a:xfrm>
          <a:prstGeom prst="rect">
            <a:avLst/>
          </a:prstGeom>
          <a:noFill/>
          <a:ln w="0">
            <a:noFill/>
          </a:ln>
        </p:spPr>
        <p:txBody>
          <a:bodyPr lIns="0" tIns="0" rIns="0" bIns="0">
            <a:noAutofit/>
          </a:bodyPr>
          <a:lstStyle/>
          <a:p>
            <a:pPr marL="406800" indent="-324000">
              <a:spcAft>
                <a:spcPts val="1134"/>
              </a:spcAft>
              <a:buClr>
                <a:srgbClr val="000000"/>
              </a:buClr>
              <a:buSzPct val="45000"/>
              <a:buFont typeface="Wingdings" charset="2"/>
              <a:buChar char=""/>
            </a:pPr>
            <a:r>
              <a:rPr lang="fr-FR" sz="2400" b="0" strike="noStrike" spc="-1" dirty="0">
                <a:solidFill>
                  <a:srgbClr val="376092"/>
                </a:solidFill>
                <a:latin typeface="Calibri"/>
              </a:rPr>
              <a:t>Calculer le terme d'une suite géométrique</a:t>
            </a:r>
          </a:p>
          <a:p>
            <a:pPr marL="406800" indent="-324000">
              <a:spcAft>
                <a:spcPts val="1134"/>
              </a:spcAft>
              <a:buClr>
                <a:srgbClr val="000000"/>
              </a:buClr>
              <a:buSzPct val="45000"/>
              <a:buFont typeface="Wingdings" charset="2"/>
              <a:buChar char=""/>
            </a:pPr>
            <a:r>
              <a:rPr lang="fr-FR" sz="2400" spc="-1" dirty="0">
                <a:solidFill>
                  <a:srgbClr val="376092"/>
                </a:solidFill>
                <a:latin typeface="Calibri"/>
              </a:rPr>
              <a:t>Montrer qu'une suite est géométrique</a:t>
            </a:r>
          </a:p>
          <a:p>
            <a:pPr marL="406800" indent="-324000">
              <a:spcAft>
                <a:spcPts val="1134"/>
              </a:spcAft>
              <a:buClr>
                <a:srgbClr val="000000"/>
              </a:buClr>
              <a:buSzPct val="45000"/>
              <a:buFont typeface="Wingdings" charset="2"/>
              <a:buChar char=""/>
            </a:pPr>
            <a:r>
              <a:rPr lang="fr-FR" sz="2400" spc="-1" dirty="0">
                <a:solidFill>
                  <a:srgbClr val="376092"/>
                </a:solidFill>
                <a:latin typeface="Calibri"/>
              </a:rPr>
              <a:t>Calculer une somme de termes</a:t>
            </a:r>
          </a:p>
          <a:p>
            <a:pPr marL="406800" indent="-324000">
              <a:spcAft>
                <a:spcPts val="1134"/>
              </a:spcAft>
              <a:buClr>
                <a:srgbClr val="000000"/>
              </a:buClr>
              <a:buSzPct val="45000"/>
              <a:buFont typeface="Wingdings" charset="2"/>
              <a:buChar char=""/>
            </a:pPr>
            <a:r>
              <a:rPr lang="fr-FR" sz="2400" b="0" strike="noStrike" spc="-1" dirty="0">
                <a:solidFill>
                  <a:srgbClr val="376092"/>
                </a:solidFill>
                <a:latin typeface="Calibri"/>
              </a:rPr>
              <a:t>Cas concrets</a:t>
            </a:r>
            <a:endParaRPr lang="en-US" sz="2400" b="0" strike="noStrike" spc="-1" dirty="0">
              <a:solidFill>
                <a:srgbClr val="376092"/>
              </a:solidFill>
              <a:latin typeface="Calibri"/>
            </a:endParaRPr>
          </a:p>
          <a:p>
            <a:pPr marL="406800" indent="-324000">
              <a:spcAft>
                <a:spcPts val="1134"/>
              </a:spcAft>
              <a:buClr>
                <a:srgbClr val="000000"/>
              </a:buClr>
              <a:buSzPct val="45000"/>
              <a:buFont typeface="Wingdings" charset="2"/>
              <a:buChar char=""/>
            </a:pPr>
            <a:r>
              <a:rPr lang="fr-FR" sz="2400" b="0" strike="noStrike" spc="-1" dirty="0">
                <a:solidFill>
                  <a:srgbClr val="376092"/>
                </a:solidFill>
                <a:latin typeface="Calibri"/>
              </a:rPr>
              <a:t>Questions et ressentis.</a:t>
            </a:r>
            <a:endParaRPr lang="en-US" sz="2400" b="0" strike="noStrike" spc="-1" dirty="0">
              <a:solidFill>
                <a:srgbClr val="376092"/>
              </a:solidFill>
              <a:latin typeface="Calibri"/>
            </a:endParaRPr>
          </a:p>
          <a:p>
            <a:pPr marL="1296000" lvl="2" indent="-288000">
              <a:spcAft>
                <a:spcPts val="850"/>
              </a:spcAft>
              <a:buClr>
                <a:srgbClr val="000000"/>
              </a:buClr>
              <a:buSzPct val="75000"/>
              <a:buFont typeface="Symbol" charset="2"/>
              <a:buChar char=""/>
            </a:pPr>
            <a:endParaRPr lang="en-US" sz="2400" b="0" strike="noStrike" spc="-1" dirty="0">
              <a:solidFill>
                <a:srgbClr val="376092"/>
              </a:solidFill>
              <a:latin typeface="Calibri"/>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9" name="TextShape 1"/>
          <p:cNvSpPr txBox="1"/>
          <p:nvPr/>
        </p:nvSpPr>
        <p:spPr>
          <a:xfrm>
            <a:off x="457200" y="274680"/>
            <a:ext cx="8229240" cy="1142640"/>
          </a:xfrm>
          <a:prstGeom prst="rect">
            <a:avLst/>
          </a:prstGeom>
          <a:noFill/>
          <a:ln w="0">
            <a:noFill/>
          </a:ln>
        </p:spPr>
        <p:txBody>
          <a:bodyPr lIns="0" tIns="0" rIns="0" bIns="0">
            <a:noAutofit/>
          </a:bodyPr>
          <a:lstStyle/>
          <a:p>
            <a:r>
              <a:rPr lang="fr-FR" sz="3200" spc="-1" dirty="0">
                <a:solidFill>
                  <a:srgbClr val="376092"/>
                </a:solidFill>
                <a:latin typeface="Arial"/>
              </a:rPr>
              <a:t>Suites géométriques :</a:t>
            </a:r>
            <a:endParaRPr lang="en-US" sz="3200" b="0" strike="noStrike" spc="-1" dirty="0">
              <a:solidFill>
                <a:srgbClr val="376092"/>
              </a:solidFill>
              <a:latin typeface="Arial"/>
            </a:endParaRPr>
          </a:p>
        </p:txBody>
      </p:sp>
      <p:sp>
        <p:nvSpPr>
          <p:cNvPr id="140" name="TextShape 2"/>
          <p:cNvSpPr txBox="1"/>
          <p:nvPr/>
        </p:nvSpPr>
        <p:spPr>
          <a:xfrm>
            <a:off x="457200" y="1287262"/>
            <a:ext cx="8229240" cy="4838498"/>
          </a:xfrm>
          <a:prstGeom prst="rect">
            <a:avLst/>
          </a:prstGeom>
          <a:noFill/>
          <a:ln w="0">
            <a:noFill/>
          </a:ln>
        </p:spPr>
        <p:txBody>
          <a:bodyPr lIns="0" tIns="0" rIns="0" bIns="0">
            <a:noAutofit/>
          </a:bodyPr>
          <a:lstStyle/>
          <a:p>
            <a:pPr marL="432000" indent="-324000">
              <a:spcAft>
                <a:spcPts val="1060"/>
              </a:spcAft>
              <a:buClr>
                <a:srgbClr val="000000"/>
              </a:buClr>
              <a:buSzPct val="45000"/>
              <a:buFont typeface="Wingdings" charset="2"/>
              <a:buChar char=""/>
            </a:pPr>
            <a:r>
              <a:rPr lang="fr-FR" sz="2400" spc="-1" dirty="0">
                <a:solidFill>
                  <a:srgbClr val="376092"/>
                </a:solidFill>
                <a:latin typeface="Arial"/>
              </a:rPr>
              <a:t>U</a:t>
            </a:r>
            <a:r>
              <a:rPr lang="fr-FR" sz="2400" spc="-1" baseline="-25000" dirty="0">
                <a:solidFill>
                  <a:srgbClr val="376092"/>
                </a:solidFill>
                <a:latin typeface="Arial"/>
              </a:rPr>
              <a:t>n</a:t>
            </a:r>
            <a:r>
              <a:rPr lang="fr-FR" sz="2400" spc="-1" dirty="0">
                <a:solidFill>
                  <a:srgbClr val="376092"/>
                </a:solidFill>
                <a:latin typeface="Arial"/>
              </a:rPr>
              <a:t> est une suite géométrique si on passe d'un terme au suivant en multipliant toujours par le même nombre.</a:t>
            </a:r>
          </a:p>
          <a:p>
            <a:pPr marL="432000" indent="-324000">
              <a:spcAft>
                <a:spcPts val="1060"/>
              </a:spcAft>
              <a:buClr>
                <a:srgbClr val="000000"/>
              </a:buClr>
              <a:buSzPct val="45000"/>
              <a:buFont typeface="Wingdings" charset="2"/>
              <a:buChar char=""/>
            </a:pPr>
            <a:r>
              <a:rPr lang="fr-FR" sz="2400" spc="-1" dirty="0">
                <a:solidFill>
                  <a:srgbClr val="376092"/>
                </a:solidFill>
                <a:latin typeface="Arial"/>
              </a:rPr>
              <a:t>Autrement dit :</a:t>
            </a:r>
          </a:p>
          <a:p>
            <a:pPr marL="889200" lvl="1" indent="-324000">
              <a:spcAft>
                <a:spcPts val="1060"/>
              </a:spcAft>
              <a:buClr>
                <a:srgbClr val="000000"/>
              </a:buClr>
              <a:buSzPct val="45000"/>
              <a:buFont typeface="Wingdings" charset="2"/>
              <a:buChar char=""/>
            </a:pPr>
            <a:r>
              <a:rPr lang="fr-FR" sz="2400" spc="-1" dirty="0">
                <a:solidFill>
                  <a:srgbClr val="376092"/>
                </a:solidFill>
                <a:latin typeface="Arial"/>
              </a:rPr>
              <a:t>U</a:t>
            </a:r>
            <a:r>
              <a:rPr lang="fr-FR" sz="2400" spc="-1" baseline="-25000" dirty="0">
                <a:solidFill>
                  <a:srgbClr val="376092"/>
                </a:solidFill>
                <a:latin typeface="Arial"/>
              </a:rPr>
              <a:t>n+1 </a:t>
            </a:r>
            <a:r>
              <a:rPr lang="fr-FR" sz="2400" spc="-1" dirty="0">
                <a:solidFill>
                  <a:srgbClr val="376092"/>
                </a:solidFill>
                <a:latin typeface="Arial"/>
              </a:rPr>
              <a:t>= q . U</a:t>
            </a:r>
            <a:r>
              <a:rPr lang="fr-FR" sz="2400" spc="-1" baseline="-25000" dirty="0">
                <a:solidFill>
                  <a:srgbClr val="376092"/>
                </a:solidFill>
                <a:latin typeface="Arial"/>
              </a:rPr>
              <a:t>n</a:t>
            </a:r>
          </a:p>
          <a:p>
            <a:pPr marL="432000" indent="-324000">
              <a:spcAft>
                <a:spcPts val="1060"/>
              </a:spcAft>
              <a:buClr>
                <a:srgbClr val="000000"/>
              </a:buClr>
              <a:buSzPct val="45000"/>
              <a:buFont typeface="Wingdings" charset="2"/>
              <a:buChar char=""/>
            </a:pPr>
            <a:r>
              <a:rPr lang="fr-FR" sz="2400" spc="-1" dirty="0">
                <a:solidFill>
                  <a:srgbClr val="376092"/>
                </a:solidFill>
                <a:latin typeface="Arial"/>
              </a:rPr>
              <a:t>Dans ce cas on dit que q est la raison de la suite U</a:t>
            </a:r>
            <a:r>
              <a:rPr lang="fr-FR" sz="2400" spc="-1" baseline="-25000" dirty="0">
                <a:solidFill>
                  <a:srgbClr val="376092"/>
                </a:solidFill>
                <a:latin typeface="Arial"/>
              </a:rPr>
              <a:t>n</a:t>
            </a:r>
          </a:p>
          <a:p>
            <a:pPr marL="432000" indent="-324000">
              <a:spcAft>
                <a:spcPts val="1060"/>
              </a:spcAft>
              <a:buClr>
                <a:srgbClr val="000000"/>
              </a:buClr>
              <a:buSzPct val="45000"/>
              <a:buFont typeface="Wingdings" charset="2"/>
              <a:buChar char=""/>
            </a:pPr>
            <a:r>
              <a:rPr lang="fr-FR" sz="2400" spc="-1" dirty="0">
                <a:solidFill>
                  <a:srgbClr val="376092"/>
                </a:solidFill>
                <a:latin typeface="Arial"/>
              </a:rPr>
              <a:t>Soit (U</a:t>
            </a:r>
            <a:r>
              <a:rPr lang="fr-FR" sz="2400" spc="-1" baseline="-25000" dirty="0">
                <a:solidFill>
                  <a:srgbClr val="376092"/>
                </a:solidFill>
                <a:latin typeface="Arial"/>
              </a:rPr>
              <a:t>n</a:t>
            </a:r>
            <a:r>
              <a:rPr lang="fr-FR" sz="2400" spc="-1" dirty="0">
                <a:solidFill>
                  <a:srgbClr val="376092"/>
                </a:solidFill>
                <a:latin typeface="Arial"/>
              </a:rPr>
              <a:t>) la suite définie par :</a:t>
            </a:r>
          </a:p>
          <a:p>
            <a:pPr marL="889200" lvl="1" indent="-324000">
              <a:spcAft>
                <a:spcPts val="1060"/>
              </a:spcAft>
              <a:buClr>
                <a:srgbClr val="000000"/>
              </a:buClr>
              <a:buSzPct val="45000"/>
              <a:buFont typeface="Wingdings" charset="2"/>
              <a:buChar char=""/>
            </a:pPr>
            <a:r>
              <a:rPr lang="fr-FR" sz="2400" spc="-1" dirty="0">
                <a:solidFill>
                  <a:srgbClr val="376092"/>
                </a:solidFill>
                <a:latin typeface="Arial"/>
              </a:rPr>
              <a:t>U</a:t>
            </a:r>
            <a:r>
              <a:rPr lang="fr-FR" sz="2400" spc="-1" baseline="-25000" dirty="0">
                <a:solidFill>
                  <a:srgbClr val="376092"/>
                </a:solidFill>
                <a:latin typeface="Arial"/>
              </a:rPr>
              <a:t>0</a:t>
            </a:r>
            <a:r>
              <a:rPr lang="fr-FR" sz="2400" spc="-1" dirty="0">
                <a:solidFill>
                  <a:srgbClr val="376092"/>
                </a:solidFill>
                <a:latin typeface="Arial"/>
              </a:rPr>
              <a:t> = 5</a:t>
            </a:r>
          </a:p>
          <a:p>
            <a:pPr marL="889200" lvl="1" indent="-324000">
              <a:spcAft>
                <a:spcPts val="1060"/>
              </a:spcAft>
              <a:buClr>
                <a:srgbClr val="000000"/>
              </a:buClr>
              <a:buSzPct val="45000"/>
              <a:buFont typeface="Wingdings" charset="2"/>
              <a:buChar char=""/>
            </a:pPr>
            <a:r>
              <a:rPr lang="fr-FR" sz="2400" spc="-1" dirty="0">
                <a:solidFill>
                  <a:srgbClr val="376092"/>
                </a:solidFill>
                <a:latin typeface="Arial"/>
              </a:rPr>
              <a:t>U</a:t>
            </a:r>
            <a:r>
              <a:rPr lang="fr-FR" sz="2400" spc="-1" baseline="-25000" dirty="0">
                <a:solidFill>
                  <a:srgbClr val="376092"/>
                </a:solidFill>
                <a:latin typeface="Arial"/>
              </a:rPr>
              <a:t>n+1 </a:t>
            </a:r>
            <a:r>
              <a:rPr lang="fr-FR" sz="2400" spc="-1" dirty="0">
                <a:solidFill>
                  <a:srgbClr val="376092"/>
                </a:solidFill>
                <a:latin typeface="Arial"/>
              </a:rPr>
              <a:t>= 3.U</a:t>
            </a:r>
            <a:r>
              <a:rPr lang="fr-FR" sz="2400" spc="-1" baseline="-25000" dirty="0">
                <a:solidFill>
                  <a:srgbClr val="376092"/>
                </a:solidFill>
                <a:latin typeface="Arial"/>
              </a:rPr>
              <a:t>n</a:t>
            </a:r>
            <a:endParaRPr lang="fr-FR" sz="2400" spc="-1" dirty="0">
              <a:solidFill>
                <a:srgbClr val="376092"/>
              </a:solidFill>
              <a:latin typeface="Arial"/>
            </a:endParaRPr>
          </a:p>
          <a:p>
            <a:pPr marL="432000" indent="-324000">
              <a:spcAft>
                <a:spcPts val="1060"/>
              </a:spcAft>
              <a:buClr>
                <a:srgbClr val="000000"/>
              </a:buClr>
              <a:buSzPct val="45000"/>
              <a:buFont typeface="Wingdings" charset="2"/>
              <a:buChar char=""/>
            </a:pPr>
            <a:r>
              <a:rPr lang="fr-FR" sz="2400" spc="-1" dirty="0">
                <a:solidFill>
                  <a:srgbClr val="376092"/>
                </a:solidFill>
                <a:latin typeface="Arial"/>
              </a:rPr>
              <a:t>Donner les premiers termes de U</a:t>
            </a:r>
            <a:r>
              <a:rPr lang="fr-FR" sz="2400" spc="-1" baseline="-25000" dirty="0">
                <a:solidFill>
                  <a:srgbClr val="376092"/>
                </a:solidFill>
                <a:latin typeface="Arial"/>
              </a:rPr>
              <a:t>n</a:t>
            </a:r>
          </a:p>
          <a:p>
            <a:pPr marL="432000" indent="-324000">
              <a:spcAft>
                <a:spcPts val="1060"/>
              </a:spcAft>
              <a:buClr>
                <a:srgbClr val="000000"/>
              </a:buClr>
              <a:buSzPct val="45000"/>
              <a:buFont typeface="Wingdings" charset="2"/>
              <a:buChar char=""/>
            </a:pPr>
            <a:r>
              <a:rPr lang="fr-FR" sz="2400" spc="-1" dirty="0">
                <a:solidFill>
                  <a:srgbClr val="376092"/>
                </a:solidFill>
                <a:latin typeface="Arial"/>
              </a:rPr>
              <a:t>Représenter U</a:t>
            </a:r>
            <a:r>
              <a:rPr lang="fr-FR" sz="2400" spc="-1" baseline="-25000" dirty="0">
                <a:solidFill>
                  <a:srgbClr val="376092"/>
                </a:solidFill>
                <a:latin typeface="Arial"/>
              </a:rPr>
              <a:t>n</a:t>
            </a:r>
            <a:r>
              <a:rPr lang="fr-FR" sz="2400" spc="-1" dirty="0">
                <a:solidFill>
                  <a:srgbClr val="376092"/>
                </a:solidFill>
                <a:latin typeface="Arial"/>
              </a:rPr>
              <a:t> à l'aide d'un tableur.</a:t>
            </a:r>
          </a:p>
          <a:p>
            <a:pPr marL="432000" indent="-324000">
              <a:spcAft>
                <a:spcPts val="1060"/>
              </a:spcAft>
              <a:buClr>
                <a:srgbClr val="000000"/>
              </a:buClr>
              <a:buSzPct val="45000"/>
              <a:buFont typeface="Wingdings" charset="2"/>
              <a:buChar char=""/>
            </a:pPr>
            <a:endParaRPr lang="fr-FR" sz="2400" spc="-1" baseline="-25000" dirty="0">
              <a:solidFill>
                <a:srgbClr val="376092"/>
              </a:solidFill>
              <a:latin typeface="Arial"/>
            </a:endParaRPr>
          </a:p>
          <a:p>
            <a:pPr marL="432000" indent="-324000">
              <a:spcAft>
                <a:spcPts val="1060"/>
              </a:spcAft>
              <a:buClr>
                <a:srgbClr val="000000"/>
              </a:buClr>
              <a:buSzPct val="45000"/>
              <a:buFont typeface="Wingdings" charset="2"/>
              <a:buChar char=""/>
            </a:pPr>
            <a:endParaRPr lang="fr-FR" sz="2400" spc="-1" dirty="0">
              <a:solidFill>
                <a:srgbClr val="376092"/>
              </a:solidFill>
              <a:latin typeface="Arial"/>
            </a:endParaRPr>
          </a:p>
          <a:p>
            <a:pPr marL="108000">
              <a:spcAft>
                <a:spcPts val="1060"/>
              </a:spcAft>
              <a:buClr>
                <a:srgbClr val="000000"/>
              </a:buClr>
              <a:buSzPct val="45000"/>
            </a:pPr>
            <a:endParaRPr lang="fr-FR" sz="2400" spc="-1" dirty="0">
              <a:solidFill>
                <a:srgbClr val="376092"/>
              </a:solidFill>
              <a:latin typeface="Arial"/>
            </a:endParaRPr>
          </a:p>
          <a:p>
            <a:pPr marL="889200" lvl="1" indent="-324000">
              <a:spcAft>
                <a:spcPts val="1060"/>
              </a:spcAft>
              <a:buClr>
                <a:srgbClr val="000000"/>
              </a:buClr>
              <a:buSzPct val="45000"/>
              <a:buFont typeface="Wingdings" charset="2"/>
              <a:buChar char=""/>
            </a:pPr>
            <a:endParaRPr lang="fr-FR" sz="2400" b="0" strike="noStrike" spc="-1" dirty="0">
              <a:solidFill>
                <a:srgbClr val="FF0000"/>
              </a:solidFill>
              <a:latin typeface="Arial"/>
            </a:endParaRPr>
          </a:p>
          <a:p>
            <a:pPr marL="889200" lvl="1" indent="-324000">
              <a:spcAft>
                <a:spcPts val="1060"/>
              </a:spcAft>
              <a:buClr>
                <a:srgbClr val="000000"/>
              </a:buClr>
              <a:buSzPct val="45000"/>
              <a:buFont typeface="Wingdings" charset="2"/>
              <a:buChar char=""/>
            </a:pPr>
            <a:endParaRPr lang="fr-FR" sz="2400" spc="-1" dirty="0">
              <a:solidFill>
                <a:srgbClr val="376092"/>
              </a:solidFill>
              <a:latin typeface="Arial"/>
            </a:endParaRPr>
          </a:p>
          <a:p>
            <a:pPr marL="432000" indent="-324000">
              <a:spcAft>
                <a:spcPts val="1060"/>
              </a:spcAft>
              <a:buClr>
                <a:srgbClr val="000000"/>
              </a:buClr>
              <a:buSzPct val="45000"/>
              <a:buFont typeface="Wingdings" charset="2"/>
              <a:buChar char=""/>
            </a:pPr>
            <a:endParaRPr lang="fr-FR" sz="2400" b="0" strike="noStrike" spc="-1" dirty="0">
              <a:solidFill>
                <a:srgbClr val="376092"/>
              </a:solidFill>
              <a:latin typeface="Arial"/>
            </a:endParaRPr>
          </a:p>
          <a:p>
            <a:pPr marL="432000" indent="-324000">
              <a:spcAft>
                <a:spcPts val="1060"/>
              </a:spcAft>
              <a:buClr>
                <a:srgbClr val="000000"/>
              </a:buClr>
              <a:buSzPct val="45000"/>
              <a:buFont typeface="Wingdings" charset="2"/>
              <a:buChar char=""/>
            </a:pPr>
            <a:endParaRPr lang="fr-FR" sz="2400" b="0" strike="noStrike" spc="-1" dirty="0">
              <a:solidFill>
                <a:srgbClr val="376092"/>
              </a:solidFill>
              <a:latin typeface="Arial"/>
            </a:endParaRPr>
          </a:p>
          <a:p>
            <a:pPr marL="432000" indent="-324000">
              <a:spcAft>
                <a:spcPts val="1060"/>
              </a:spcAft>
              <a:buClr>
                <a:srgbClr val="000000"/>
              </a:buClr>
              <a:buSzPct val="45000"/>
              <a:buFont typeface="Wingdings" charset="2"/>
              <a:buChar char=""/>
            </a:pPr>
            <a:endParaRPr lang="fr-FR" sz="2400" spc="-1" dirty="0">
              <a:solidFill>
                <a:srgbClr val="376092"/>
              </a:solidFill>
              <a:latin typeface="Arial"/>
            </a:endParaRPr>
          </a:p>
          <a:p>
            <a:pPr marL="432000" indent="-324000">
              <a:spcAft>
                <a:spcPts val="1060"/>
              </a:spcAft>
              <a:buClr>
                <a:srgbClr val="000000"/>
              </a:buClr>
              <a:buSzPct val="45000"/>
              <a:buFont typeface="Wingdings" charset="2"/>
              <a:buChar char=""/>
            </a:pPr>
            <a:endParaRPr lang="fr-FR" sz="2400" b="0" strike="noStrike" spc="-1" dirty="0">
              <a:solidFill>
                <a:srgbClr val="376092"/>
              </a:solidFill>
              <a:latin typeface="Arial"/>
            </a:endParaRPr>
          </a:p>
          <a:p>
            <a:pPr marL="432000" indent="-324000">
              <a:spcAft>
                <a:spcPts val="1060"/>
              </a:spcAft>
              <a:buClr>
                <a:srgbClr val="000000"/>
              </a:buClr>
              <a:buSzPct val="45000"/>
              <a:buFont typeface="Wingdings" charset="2"/>
              <a:buChar char=""/>
            </a:pPr>
            <a:endParaRPr lang="fr-FR" sz="2400" b="0" strike="noStrike" spc="-1" dirty="0">
              <a:solidFill>
                <a:srgbClr val="376092"/>
              </a:solidFill>
              <a:latin typeface="Arial"/>
            </a:endParaRPr>
          </a:p>
          <a:p>
            <a:pPr marL="432000" indent="-324000">
              <a:spcAft>
                <a:spcPts val="1060"/>
              </a:spcAft>
              <a:buClr>
                <a:srgbClr val="000000"/>
              </a:buClr>
              <a:buSzPct val="45000"/>
              <a:buFont typeface="Wingdings" charset="2"/>
              <a:buChar char=""/>
            </a:pPr>
            <a:endParaRPr lang="fr-FR" sz="2400" b="0" strike="noStrike" spc="-1" dirty="0">
              <a:solidFill>
                <a:srgbClr val="376092"/>
              </a:solidFill>
              <a:latin typeface="Arial"/>
            </a:endParaRPr>
          </a:p>
          <a:p>
            <a:pPr marL="432000" indent="-324000" algn="r">
              <a:spcAft>
                <a:spcPts val="1060"/>
              </a:spcAft>
              <a:buClr>
                <a:srgbClr val="000000"/>
              </a:buClr>
              <a:buSzPct val="45000"/>
              <a:buFont typeface="Wingdings" charset="2"/>
              <a:buChar char=""/>
            </a:pPr>
            <a:endParaRPr lang="fr-FR" sz="2400" b="0" strike="noStrike" spc="-1" dirty="0">
              <a:solidFill>
                <a:srgbClr val="376092"/>
              </a:solidFill>
              <a:latin typeface="Arial"/>
            </a:endParaRPr>
          </a:p>
        </p:txBody>
      </p:sp>
      <p:sp>
        <p:nvSpPr>
          <p:cNvPr id="3" name="AutoShape 2" descr="\mathbb {N} ">
            <a:extLst>
              <a:ext uri="{FF2B5EF4-FFF2-40B4-BE49-F238E27FC236}">
                <a16:creationId xmlns:a16="http://schemas.microsoft.com/office/drawing/2014/main" id="{5683ECBD-29C6-41B0-A0CC-C50D1395AF63}"/>
              </a:ext>
            </a:extLst>
          </p:cNvPr>
          <p:cNvSpPr>
            <a:spLocks noChangeAspect="1" noChangeArrowheads="1"/>
          </p:cNvSpPr>
          <p:nvPr/>
        </p:nvSpPr>
        <p:spPr bwMode="auto">
          <a:xfrm>
            <a:off x="4419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fr-FR"/>
          </a:p>
        </p:txBody>
      </p:sp>
    </p:spTree>
    <p:extLst>
      <p:ext uri="{BB962C8B-B14F-4D97-AF65-F5344CB8AC3E}">
        <p14:creationId xmlns:p14="http://schemas.microsoft.com/office/powerpoint/2010/main" val="194641233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9" name="TextShape 1"/>
          <p:cNvSpPr txBox="1"/>
          <p:nvPr/>
        </p:nvSpPr>
        <p:spPr>
          <a:xfrm>
            <a:off x="457200" y="274680"/>
            <a:ext cx="8229240" cy="1142640"/>
          </a:xfrm>
          <a:prstGeom prst="rect">
            <a:avLst/>
          </a:prstGeom>
          <a:noFill/>
          <a:ln w="0">
            <a:noFill/>
          </a:ln>
        </p:spPr>
        <p:txBody>
          <a:bodyPr lIns="0" tIns="0" rIns="0" bIns="0">
            <a:noAutofit/>
          </a:bodyPr>
          <a:lstStyle/>
          <a:p>
            <a:r>
              <a:rPr lang="fr-FR" sz="3200" spc="-1" dirty="0">
                <a:solidFill>
                  <a:srgbClr val="376092"/>
                </a:solidFill>
                <a:latin typeface="Arial"/>
              </a:rPr>
              <a:t>Suites géométriques :</a:t>
            </a:r>
            <a:endParaRPr lang="en-US" sz="3200" b="0" strike="noStrike" spc="-1" dirty="0">
              <a:solidFill>
                <a:srgbClr val="376092"/>
              </a:solidFill>
              <a:latin typeface="Arial"/>
            </a:endParaRPr>
          </a:p>
        </p:txBody>
      </p:sp>
      <mc:AlternateContent xmlns:mc="http://schemas.openxmlformats.org/markup-compatibility/2006" xmlns:a14="http://schemas.microsoft.com/office/drawing/2010/main">
        <mc:Choice Requires="a14">
          <p:sp>
            <p:nvSpPr>
              <p:cNvPr id="140" name="TextShape 2"/>
              <p:cNvSpPr txBox="1"/>
              <p:nvPr/>
            </p:nvSpPr>
            <p:spPr>
              <a:xfrm>
                <a:off x="457200" y="1018728"/>
                <a:ext cx="8229240" cy="5107032"/>
              </a:xfrm>
              <a:prstGeom prst="rect">
                <a:avLst/>
              </a:prstGeom>
              <a:noFill/>
              <a:ln w="0">
                <a:noFill/>
              </a:ln>
            </p:spPr>
            <p:txBody>
              <a:bodyPr lIns="0" tIns="0" rIns="0" bIns="0">
                <a:noAutofit/>
              </a:bodyPr>
              <a:lstStyle/>
              <a:p>
                <a:pPr marL="432000" indent="-324000">
                  <a:spcAft>
                    <a:spcPts val="1060"/>
                  </a:spcAft>
                  <a:buClr>
                    <a:srgbClr val="000000"/>
                  </a:buClr>
                  <a:buSzPct val="45000"/>
                  <a:buFont typeface="Wingdings" charset="2"/>
                  <a:buChar char=""/>
                </a:pPr>
                <a:r>
                  <a:rPr lang="fr-FR" sz="2400" spc="-1" dirty="0">
                    <a:solidFill>
                      <a:srgbClr val="376092"/>
                    </a:solidFill>
                    <a:latin typeface="Arial"/>
                  </a:rPr>
                  <a:t>Imaginons une suite géométrique : U</a:t>
                </a:r>
                <a:r>
                  <a:rPr lang="fr-FR" sz="2400" spc="-1" baseline="-25000" dirty="0">
                    <a:solidFill>
                      <a:srgbClr val="376092"/>
                    </a:solidFill>
                    <a:latin typeface="Arial"/>
                  </a:rPr>
                  <a:t>n+1 </a:t>
                </a:r>
                <a:r>
                  <a:rPr lang="fr-FR" sz="2400" spc="-1" dirty="0">
                    <a:solidFill>
                      <a:srgbClr val="376092"/>
                    </a:solidFill>
                    <a:latin typeface="Arial"/>
                  </a:rPr>
                  <a:t>= q . U</a:t>
                </a:r>
                <a:r>
                  <a:rPr lang="fr-FR" sz="2400" spc="-1" baseline="-25000" dirty="0">
                    <a:solidFill>
                      <a:srgbClr val="376092"/>
                    </a:solidFill>
                    <a:latin typeface="Arial"/>
                  </a:rPr>
                  <a:t>n</a:t>
                </a:r>
              </a:p>
              <a:p>
                <a:pPr marL="432000" indent="-324000">
                  <a:spcAft>
                    <a:spcPts val="1060"/>
                  </a:spcAft>
                  <a:buClr>
                    <a:srgbClr val="000000"/>
                  </a:buClr>
                  <a:buSzPct val="45000"/>
                  <a:buFont typeface="Wingdings" charset="2"/>
                  <a:buChar char=""/>
                </a:pPr>
                <a:r>
                  <a:rPr lang="fr-FR" sz="2400" spc="-1" dirty="0">
                    <a:solidFill>
                      <a:srgbClr val="376092"/>
                    </a:solidFill>
                    <a:latin typeface="Arial"/>
                  </a:rPr>
                  <a:t>Exprimons U</a:t>
                </a:r>
                <a:r>
                  <a:rPr lang="fr-FR" sz="2400" spc="-1" baseline="-25000" dirty="0">
                    <a:solidFill>
                      <a:srgbClr val="376092"/>
                    </a:solidFill>
                    <a:latin typeface="Arial"/>
                  </a:rPr>
                  <a:t>1</a:t>
                </a:r>
                <a:r>
                  <a:rPr lang="fr-FR" sz="2400" spc="-1" dirty="0">
                    <a:solidFill>
                      <a:srgbClr val="376092"/>
                    </a:solidFill>
                    <a:latin typeface="Arial"/>
                  </a:rPr>
                  <a:t> en fonction de U</a:t>
                </a:r>
                <a:r>
                  <a:rPr lang="fr-FR" sz="2400" spc="-1" baseline="-25000" dirty="0">
                    <a:solidFill>
                      <a:srgbClr val="376092"/>
                    </a:solidFill>
                    <a:latin typeface="Arial"/>
                  </a:rPr>
                  <a:t>0</a:t>
                </a:r>
              </a:p>
              <a:p>
                <a:pPr marL="432000" indent="-324000">
                  <a:spcAft>
                    <a:spcPts val="1060"/>
                  </a:spcAft>
                  <a:buClr>
                    <a:srgbClr val="000000"/>
                  </a:buClr>
                  <a:buSzPct val="45000"/>
                  <a:buFont typeface="Wingdings" charset="2"/>
                  <a:buChar char=""/>
                </a:pPr>
                <a:r>
                  <a:rPr lang="fr-FR" sz="2400" spc="-1" dirty="0">
                    <a:solidFill>
                      <a:srgbClr val="376092"/>
                    </a:solidFill>
                    <a:latin typeface="Arial"/>
                  </a:rPr>
                  <a:t>Exprimons U</a:t>
                </a:r>
                <a:r>
                  <a:rPr lang="fr-FR" sz="2400" spc="-1" baseline="-25000" dirty="0">
                    <a:solidFill>
                      <a:srgbClr val="376092"/>
                    </a:solidFill>
                    <a:latin typeface="Arial"/>
                  </a:rPr>
                  <a:t>2</a:t>
                </a:r>
                <a:r>
                  <a:rPr lang="fr-FR" sz="2400" spc="-1" dirty="0">
                    <a:solidFill>
                      <a:srgbClr val="376092"/>
                    </a:solidFill>
                    <a:latin typeface="Arial"/>
                  </a:rPr>
                  <a:t> en fonction de U</a:t>
                </a:r>
                <a:r>
                  <a:rPr lang="fr-FR" sz="2400" spc="-1" baseline="-25000" dirty="0">
                    <a:solidFill>
                      <a:srgbClr val="376092"/>
                    </a:solidFill>
                    <a:latin typeface="Arial"/>
                  </a:rPr>
                  <a:t>0</a:t>
                </a:r>
              </a:p>
              <a:p>
                <a:pPr marL="432000" indent="-324000">
                  <a:spcAft>
                    <a:spcPts val="1060"/>
                  </a:spcAft>
                  <a:buClr>
                    <a:srgbClr val="000000"/>
                  </a:buClr>
                  <a:buSzPct val="45000"/>
                  <a:buFont typeface="Wingdings" charset="2"/>
                  <a:buChar char=""/>
                </a:pPr>
                <a:r>
                  <a:rPr lang="fr-FR" sz="2400" spc="-1" dirty="0">
                    <a:solidFill>
                      <a:srgbClr val="376092"/>
                    </a:solidFill>
                    <a:latin typeface="Arial"/>
                  </a:rPr>
                  <a:t>Exprimons U</a:t>
                </a:r>
                <a:r>
                  <a:rPr lang="fr-FR" sz="2400" spc="-1" baseline="-25000" dirty="0">
                    <a:solidFill>
                      <a:srgbClr val="376092"/>
                    </a:solidFill>
                    <a:latin typeface="Arial"/>
                  </a:rPr>
                  <a:t>3</a:t>
                </a:r>
                <a:r>
                  <a:rPr lang="fr-FR" sz="2400" spc="-1" dirty="0">
                    <a:solidFill>
                      <a:srgbClr val="376092"/>
                    </a:solidFill>
                    <a:latin typeface="Arial"/>
                  </a:rPr>
                  <a:t> en fonction de U</a:t>
                </a:r>
                <a:r>
                  <a:rPr lang="fr-FR" sz="2400" spc="-1" baseline="-25000" dirty="0">
                    <a:solidFill>
                      <a:srgbClr val="376092"/>
                    </a:solidFill>
                    <a:latin typeface="Arial"/>
                  </a:rPr>
                  <a:t>0</a:t>
                </a:r>
              </a:p>
              <a:p>
                <a:pPr marL="432000" indent="-324000">
                  <a:spcAft>
                    <a:spcPts val="1060"/>
                  </a:spcAft>
                  <a:buClr>
                    <a:srgbClr val="000000"/>
                  </a:buClr>
                  <a:buSzPct val="45000"/>
                  <a:buFont typeface="Wingdings" charset="2"/>
                  <a:buChar char=""/>
                </a:pPr>
                <a:r>
                  <a:rPr lang="fr-FR" sz="2400" spc="-1" dirty="0">
                    <a:solidFill>
                      <a:srgbClr val="376092"/>
                    </a:solidFill>
                    <a:latin typeface="Arial"/>
                  </a:rPr>
                  <a:t>Nous pouvons en conclure que pour une suite géométrique U</a:t>
                </a:r>
                <a:r>
                  <a:rPr lang="fr-FR" sz="2400" spc="-1" baseline="-25000" dirty="0">
                    <a:solidFill>
                      <a:srgbClr val="376092"/>
                    </a:solidFill>
                    <a:latin typeface="Arial"/>
                  </a:rPr>
                  <a:t>n </a:t>
                </a:r>
                <a:r>
                  <a:rPr lang="fr-FR" sz="2400" spc="-1" dirty="0">
                    <a:solidFill>
                      <a:srgbClr val="376092"/>
                    </a:solidFill>
                    <a:latin typeface="Arial"/>
                  </a:rPr>
                  <a:t>= U</a:t>
                </a:r>
                <a:r>
                  <a:rPr lang="fr-FR" sz="2400" spc="-1" baseline="-25000" dirty="0">
                    <a:solidFill>
                      <a:srgbClr val="376092"/>
                    </a:solidFill>
                    <a:latin typeface="Arial"/>
                  </a:rPr>
                  <a:t>0</a:t>
                </a:r>
                <a:r>
                  <a:rPr lang="fr-FR" sz="2400" spc="-1" dirty="0">
                    <a:solidFill>
                      <a:srgbClr val="376092"/>
                    </a:solidFill>
                    <a:latin typeface="Arial"/>
                  </a:rPr>
                  <a:t> x </a:t>
                </a:r>
                <a14:m>
                  <m:oMath xmlns:m="http://schemas.openxmlformats.org/officeDocument/2006/math">
                    <m:sSup>
                      <m:sSupPr>
                        <m:ctrlPr>
                          <a:rPr lang="fr-FR" sz="2400" i="1" spc="-1" smtClean="0">
                            <a:solidFill>
                              <a:srgbClr val="376092"/>
                            </a:solidFill>
                            <a:latin typeface="Cambria Math" panose="02040503050406030204" pitchFamily="18" charset="0"/>
                          </a:rPr>
                        </m:ctrlPr>
                      </m:sSupPr>
                      <m:e>
                        <m:r>
                          <a:rPr lang="fr-FR" sz="2400" b="0" i="1" spc="-1" smtClean="0">
                            <a:solidFill>
                              <a:srgbClr val="376092"/>
                            </a:solidFill>
                            <a:latin typeface="Cambria Math" panose="02040503050406030204" pitchFamily="18" charset="0"/>
                          </a:rPr>
                          <m:t>𝑞</m:t>
                        </m:r>
                      </m:e>
                      <m:sup>
                        <m:r>
                          <a:rPr lang="fr-FR" sz="2400" i="1" spc="-1" smtClean="0">
                            <a:solidFill>
                              <a:srgbClr val="376092"/>
                            </a:solidFill>
                            <a:latin typeface="Cambria Math" panose="02040503050406030204" pitchFamily="18" charset="0"/>
                          </a:rPr>
                          <m:t>𝑛</m:t>
                        </m:r>
                      </m:sup>
                    </m:sSup>
                  </m:oMath>
                </a14:m>
                <a:r>
                  <a:rPr lang="fr-FR" sz="2400" spc="-1" dirty="0">
                    <a:solidFill>
                      <a:srgbClr val="376092"/>
                    </a:solidFill>
                    <a:latin typeface="Arial"/>
                  </a:rPr>
                  <a:t>:</a:t>
                </a:r>
              </a:p>
              <a:p>
                <a:pPr marL="432000" indent="-324000">
                  <a:spcAft>
                    <a:spcPts val="1060"/>
                  </a:spcAft>
                  <a:buClr>
                    <a:srgbClr val="000000"/>
                  </a:buClr>
                  <a:buSzPct val="45000"/>
                  <a:buFont typeface="Wingdings" charset="2"/>
                  <a:buChar char=""/>
                </a:pPr>
                <a:r>
                  <a:rPr lang="fr-FR" sz="2400" spc="-1" dirty="0">
                    <a:solidFill>
                      <a:srgbClr val="376092"/>
                    </a:solidFill>
                    <a:latin typeface="Arial"/>
                  </a:rPr>
                  <a:t>Reprenons la suite géométrique définie sur notre tableur et vérifions cette égalité. Que se passe t'il lorsque :</a:t>
                </a:r>
              </a:p>
              <a:p>
                <a:pPr marL="889200" lvl="1" indent="-324000">
                  <a:spcAft>
                    <a:spcPts val="1060"/>
                  </a:spcAft>
                  <a:buClr>
                    <a:srgbClr val="000000"/>
                  </a:buClr>
                  <a:buSzPct val="45000"/>
                  <a:buFont typeface="Wingdings" charset="2"/>
                  <a:buChar char=""/>
                </a:pPr>
                <a:r>
                  <a:rPr lang="fr-FR" sz="2400" spc="-1" dirty="0">
                    <a:solidFill>
                      <a:srgbClr val="376092"/>
                    </a:solidFill>
                    <a:latin typeface="Arial"/>
                  </a:rPr>
                  <a:t>q = 0 ?</a:t>
                </a:r>
              </a:p>
              <a:p>
                <a:pPr marL="889200" lvl="1" indent="-324000">
                  <a:spcAft>
                    <a:spcPts val="1060"/>
                  </a:spcAft>
                  <a:buClr>
                    <a:srgbClr val="000000"/>
                  </a:buClr>
                  <a:buSzPct val="45000"/>
                  <a:buFont typeface="Wingdings" charset="2"/>
                  <a:buChar char=""/>
                </a:pPr>
                <a:r>
                  <a:rPr lang="fr-FR" sz="2400" spc="-1" dirty="0">
                    <a:solidFill>
                      <a:srgbClr val="376092"/>
                    </a:solidFill>
                    <a:latin typeface="Arial"/>
                  </a:rPr>
                  <a:t>q = 1 ?</a:t>
                </a:r>
              </a:p>
              <a:p>
                <a:pPr marL="889200" lvl="1" indent="-324000">
                  <a:spcAft>
                    <a:spcPts val="1060"/>
                  </a:spcAft>
                  <a:buClr>
                    <a:srgbClr val="000000"/>
                  </a:buClr>
                  <a:buSzPct val="45000"/>
                  <a:buFont typeface="Wingdings" charset="2"/>
                  <a:buChar char=""/>
                </a:pPr>
                <a:r>
                  <a:rPr lang="fr-FR" sz="2400" spc="-1" dirty="0">
                    <a:solidFill>
                      <a:srgbClr val="376092"/>
                    </a:solidFill>
                    <a:latin typeface="Arial"/>
                  </a:rPr>
                  <a:t>q = -1 ?</a:t>
                </a:r>
              </a:p>
              <a:p>
                <a:pPr marL="889200" lvl="1" indent="-324000">
                  <a:spcAft>
                    <a:spcPts val="1060"/>
                  </a:spcAft>
                  <a:buClr>
                    <a:srgbClr val="000000"/>
                  </a:buClr>
                  <a:buSzPct val="45000"/>
                  <a:buFont typeface="Wingdings" charset="2"/>
                  <a:buChar char=""/>
                </a:pPr>
                <a:r>
                  <a:rPr lang="fr-FR" sz="2400" spc="-1" dirty="0">
                    <a:solidFill>
                      <a:srgbClr val="376092"/>
                    </a:solidFill>
                    <a:latin typeface="Arial"/>
                  </a:rPr>
                  <a:t>q &lt; -1 ?</a:t>
                </a:r>
              </a:p>
              <a:p>
                <a:pPr marL="432000" indent="-324000">
                  <a:spcAft>
                    <a:spcPts val="1060"/>
                  </a:spcAft>
                  <a:buClr>
                    <a:srgbClr val="000000"/>
                  </a:buClr>
                  <a:buSzPct val="45000"/>
                  <a:buFont typeface="Wingdings" charset="2"/>
                  <a:buChar char=""/>
                </a:pPr>
                <a:endParaRPr lang="fr-FR" sz="2400" spc="-1" dirty="0">
                  <a:solidFill>
                    <a:srgbClr val="376092"/>
                  </a:solidFill>
                  <a:latin typeface="Arial"/>
                </a:endParaRPr>
              </a:p>
              <a:p>
                <a:pPr marL="108000">
                  <a:spcAft>
                    <a:spcPts val="1060"/>
                  </a:spcAft>
                  <a:buClr>
                    <a:srgbClr val="000000"/>
                  </a:buClr>
                  <a:buSzPct val="45000"/>
                </a:pPr>
                <a:endParaRPr lang="fr-FR" sz="2400" spc="-1" dirty="0">
                  <a:solidFill>
                    <a:srgbClr val="376092"/>
                  </a:solidFill>
                  <a:latin typeface="Arial"/>
                </a:endParaRPr>
              </a:p>
              <a:p>
                <a:pPr marL="889200" lvl="1" indent="-324000">
                  <a:spcAft>
                    <a:spcPts val="1060"/>
                  </a:spcAft>
                  <a:buClr>
                    <a:srgbClr val="000000"/>
                  </a:buClr>
                  <a:buSzPct val="45000"/>
                  <a:buFont typeface="Wingdings" charset="2"/>
                  <a:buChar char=""/>
                </a:pPr>
                <a:endParaRPr lang="fr-FR" sz="2400" b="0" strike="noStrike" spc="-1" dirty="0">
                  <a:solidFill>
                    <a:srgbClr val="FF0000"/>
                  </a:solidFill>
                  <a:latin typeface="Arial"/>
                </a:endParaRPr>
              </a:p>
              <a:p>
                <a:pPr marL="889200" lvl="1" indent="-324000">
                  <a:spcAft>
                    <a:spcPts val="1060"/>
                  </a:spcAft>
                  <a:buClr>
                    <a:srgbClr val="000000"/>
                  </a:buClr>
                  <a:buSzPct val="45000"/>
                  <a:buFont typeface="Wingdings" charset="2"/>
                  <a:buChar char=""/>
                </a:pPr>
                <a:endParaRPr lang="fr-FR" sz="2400" spc="-1" dirty="0">
                  <a:solidFill>
                    <a:srgbClr val="376092"/>
                  </a:solidFill>
                  <a:latin typeface="Arial"/>
                </a:endParaRPr>
              </a:p>
              <a:p>
                <a:pPr marL="432000" indent="-324000">
                  <a:spcAft>
                    <a:spcPts val="1060"/>
                  </a:spcAft>
                  <a:buClr>
                    <a:srgbClr val="000000"/>
                  </a:buClr>
                  <a:buSzPct val="45000"/>
                  <a:buFont typeface="Wingdings" charset="2"/>
                  <a:buChar char=""/>
                </a:pPr>
                <a:endParaRPr lang="fr-FR" sz="2400" b="0" strike="noStrike" spc="-1" dirty="0">
                  <a:solidFill>
                    <a:srgbClr val="376092"/>
                  </a:solidFill>
                  <a:latin typeface="Arial"/>
                </a:endParaRPr>
              </a:p>
              <a:p>
                <a:pPr marL="432000" indent="-324000">
                  <a:spcAft>
                    <a:spcPts val="1060"/>
                  </a:spcAft>
                  <a:buClr>
                    <a:srgbClr val="000000"/>
                  </a:buClr>
                  <a:buSzPct val="45000"/>
                  <a:buFont typeface="Wingdings" charset="2"/>
                  <a:buChar char=""/>
                </a:pPr>
                <a:endParaRPr lang="fr-FR" sz="2400" b="0" strike="noStrike" spc="-1" dirty="0">
                  <a:solidFill>
                    <a:srgbClr val="376092"/>
                  </a:solidFill>
                  <a:latin typeface="Arial"/>
                </a:endParaRPr>
              </a:p>
              <a:p>
                <a:pPr marL="432000" indent="-324000">
                  <a:spcAft>
                    <a:spcPts val="1060"/>
                  </a:spcAft>
                  <a:buClr>
                    <a:srgbClr val="000000"/>
                  </a:buClr>
                  <a:buSzPct val="45000"/>
                  <a:buFont typeface="Wingdings" charset="2"/>
                  <a:buChar char=""/>
                </a:pPr>
                <a:endParaRPr lang="fr-FR" sz="2400" spc="-1" dirty="0">
                  <a:solidFill>
                    <a:srgbClr val="376092"/>
                  </a:solidFill>
                  <a:latin typeface="Arial"/>
                </a:endParaRPr>
              </a:p>
              <a:p>
                <a:pPr marL="432000" indent="-324000">
                  <a:spcAft>
                    <a:spcPts val="1060"/>
                  </a:spcAft>
                  <a:buClr>
                    <a:srgbClr val="000000"/>
                  </a:buClr>
                  <a:buSzPct val="45000"/>
                  <a:buFont typeface="Wingdings" charset="2"/>
                  <a:buChar char=""/>
                </a:pPr>
                <a:endParaRPr lang="fr-FR" sz="2400" b="0" strike="noStrike" spc="-1" dirty="0">
                  <a:solidFill>
                    <a:srgbClr val="376092"/>
                  </a:solidFill>
                  <a:latin typeface="Arial"/>
                </a:endParaRPr>
              </a:p>
              <a:p>
                <a:pPr marL="432000" indent="-324000">
                  <a:spcAft>
                    <a:spcPts val="1060"/>
                  </a:spcAft>
                  <a:buClr>
                    <a:srgbClr val="000000"/>
                  </a:buClr>
                  <a:buSzPct val="45000"/>
                  <a:buFont typeface="Wingdings" charset="2"/>
                  <a:buChar char=""/>
                </a:pPr>
                <a:endParaRPr lang="fr-FR" sz="2400" b="0" strike="noStrike" spc="-1" dirty="0">
                  <a:solidFill>
                    <a:srgbClr val="376092"/>
                  </a:solidFill>
                  <a:latin typeface="Arial"/>
                </a:endParaRPr>
              </a:p>
              <a:p>
                <a:pPr marL="432000" indent="-324000">
                  <a:spcAft>
                    <a:spcPts val="1060"/>
                  </a:spcAft>
                  <a:buClr>
                    <a:srgbClr val="000000"/>
                  </a:buClr>
                  <a:buSzPct val="45000"/>
                  <a:buFont typeface="Wingdings" charset="2"/>
                  <a:buChar char=""/>
                </a:pPr>
                <a:endParaRPr lang="fr-FR" sz="2400" b="0" strike="noStrike" spc="-1" dirty="0">
                  <a:solidFill>
                    <a:srgbClr val="376092"/>
                  </a:solidFill>
                  <a:latin typeface="Arial"/>
                </a:endParaRPr>
              </a:p>
              <a:p>
                <a:pPr marL="432000" indent="-324000" algn="r">
                  <a:spcAft>
                    <a:spcPts val="1060"/>
                  </a:spcAft>
                  <a:buClr>
                    <a:srgbClr val="000000"/>
                  </a:buClr>
                  <a:buSzPct val="45000"/>
                  <a:buFont typeface="Wingdings" charset="2"/>
                  <a:buChar char=""/>
                </a:pPr>
                <a:endParaRPr lang="fr-FR" sz="2400" b="0" strike="noStrike" spc="-1" dirty="0">
                  <a:solidFill>
                    <a:srgbClr val="376092"/>
                  </a:solidFill>
                  <a:latin typeface="Arial"/>
                </a:endParaRPr>
              </a:p>
            </p:txBody>
          </p:sp>
        </mc:Choice>
        <mc:Fallback xmlns="">
          <p:sp>
            <p:nvSpPr>
              <p:cNvPr id="140" name="TextShape 2"/>
              <p:cNvSpPr txBox="1">
                <a:spLocks noRot="1" noChangeAspect="1" noMove="1" noResize="1" noEditPoints="1" noAdjustHandles="1" noChangeArrowheads="1" noChangeShapeType="1" noTextEdit="1"/>
              </p:cNvSpPr>
              <p:nvPr/>
            </p:nvSpPr>
            <p:spPr>
              <a:xfrm>
                <a:off x="457200" y="1018728"/>
                <a:ext cx="8229240" cy="5107032"/>
              </a:xfrm>
              <a:prstGeom prst="rect">
                <a:avLst/>
              </a:prstGeom>
              <a:blipFill>
                <a:blip r:embed="rId2"/>
                <a:stretch>
                  <a:fillRect t="-1671" r="-963" b="-14320"/>
                </a:stretch>
              </a:blipFill>
              <a:ln w="0">
                <a:noFill/>
              </a:ln>
            </p:spPr>
            <p:txBody>
              <a:bodyPr/>
              <a:lstStyle/>
              <a:p>
                <a:r>
                  <a:rPr lang="fr-FR">
                    <a:noFill/>
                  </a:rPr>
                  <a:t> </a:t>
                </a:r>
              </a:p>
            </p:txBody>
          </p:sp>
        </mc:Fallback>
      </mc:AlternateContent>
      <p:sp>
        <p:nvSpPr>
          <p:cNvPr id="3" name="AutoShape 2" descr="\mathbb {N} ">
            <a:extLst>
              <a:ext uri="{FF2B5EF4-FFF2-40B4-BE49-F238E27FC236}">
                <a16:creationId xmlns:a16="http://schemas.microsoft.com/office/drawing/2014/main" id="{5683ECBD-29C6-41B0-A0CC-C50D1395AF63}"/>
              </a:ext>
            </a:extLst>
          </p:cNvPr>
          <p:cNvSpPr>
            <a:spLocks noChangeAspect="1" noChangeArrowheads="1"/>
          </p:cNvSpPr>
          <p:nvPr/>
        </p:nvSpPr>
        <p:spPr bwMode="auto">
          <a:xfrm>
            <a:off x="4419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fr-FR"/>
          </a:p>
        </p:txBody>
      </p:sp>
    </p:spTree>
    <p:extLst>
      <p:ext uri="{BB962C8B-B14F-4D97-AF65-F5344CB8AC3E}">
        <p14:creationId xmlns:p14="http://schemas.microsoft.com/office/powerpoint/2010/main" val="60824643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713BA34-00DF-224D-2FB8-724F46E2201A}"/>
            </a:ext>
          </a:extLst>
        </p:cNvPr>
        <p:cNvGrpSpPr/>
        <p:nvPr/>
      </p:nvGrpSpPr>
      <p:grpSpPr>
        <a:xfrm>
          <a:off x="0" y="0"/>
          <a:ext cx="0" cy="0"/>
          <a:chOff x="0" y="0"/>
          <a:chExt cx="0" cy="0"/>
        </a:xfrm>
      </p:grpSpPr>
      <p:sp>
        <p:nvSpPr>
          <p:cNvPr id="139" name="TextShape 1">
            <a:extLst>
              <a:ext uri="{FF2B5EF4-FFF2-40B4-BE49-F238E27FC236}">
                <a16:creationId xmlns:a16="http://schemas.microsoft.com/office/drawing/2014/main" id="{FBFC06EC-1099-518B-EBF8-659DBFE62A0F}"/>
              </a:ext>
            </a:extLst>
          </p:cNvPr>
          <p:cNvSpPr txBox="1"/>
          <p:nvPr/>
        </p:nvSpPr>
        <p:spPr>
          <a:xfrm>
            <a:off x="457200" y="274680"/>
            <a:ext cx="8229240" cy="1142640"/>
          </a:xfrm>
          <a:prstGeom prst="rect">
            <a:avLst/>
          </a:prstGeom>
          <a:noFill/>
          <a:ln w="0">
            <a:noFill/>
          </a:ln>
        </p:spPr>
        <p:txBody>
          <a:bodyPr lIns="0" tIns="0" rIns="0" bIns="0">
            <a:noAutofit/>
          </a:bodyPr>
          <a:lstStyle/>
          <a:p>
            <a:r>
              <a:rPr lang="fr-FR" sz="3200" spc="-1" dirty="0">
                <a:solidFill>
                  <a:srgbClr val="376092"/>
                </a:solidFill>
                <a:latin typeface="Arial"/>
              </a:rPr>
              <a:t>Suites géométriques – exercice :</a:t>
            </a:r>
            <a:endParaRPr lang="en-US" sz="3200" b="0" strike="noStrike" spc="-1" dirty="0">
              <a:solidFill>
                <a:srgbClr val="376092"/>
              </a:solidFill>
              <a:latin typeface="Arial"/>
            </a:endParaRPr>
          </a:p>
        </p:txBody>
      </p:sp>
      <p:sp>
        <p:nvSpPr>
          <p:cNvPr id="140" name="TextShape 2">
            <a:extLst>
              <a:ext uri="{FF2B5EF4-FFF2-40B4-BE49-F238E27FC236}">
                <a16:creationId xmlns:a16="http://schemas.microsoft.com/office/drawing/2014/main" id="{9F9EDA82-C765-3ED6-BD11-BF91B56900C4}"/>
              </a:ext>
            </a:extLst>
          </p:cNvPr>
          <p:cNvSpPr txBox="1"/>
          <p:nvPr/>
        </p:nvSpPr>
        <p:spPr>
          <a:xfrm>
            <a:off x="457200" y="1091954"/>
            <a:ext cx="8229240" cy="5033806"/>
          </a:xfrm>
          <a:prstGeom prst="rect">
            <a:avLst/>
          </a:prstGeom>
          <a:noFill/>
          <a:ln w="0">
            <a:noFill/>
          </a:ln>
        </p:spPr>
        <p:txBody>
          <a:bodyPr lIns="0" tIns="0" rIns="0" bIns="0">
            <a:noAutofit/>
          </a:bodyPr>
          <a:lstStyle/>
          <a:p>
            <a:pPr marL="432000" indent="-324000">
              <a:spcAft>
                <a:spcPts val="1060"/>
              </a:spcAft>
              <a:buClr>
                <a:srgbClr val="000000"/>
              </a:buClr>
              <a:buSzPct val="45000"/>
              <a:buFont typeface="Wingdings" charset="2"/>
              <a:buChar char=""/>
            </a:pPr>
            <a:r>
              <a:rPr lang="fr-FR" sz="2400" b="0" strike="noStrike" spc="-1" dirty="0">
                <a:solidFill>
                  <a:srgbClr val="376092"/>
                </a:solidFill>
                <a:latin typeface="Arial"/>
              </a:rPr>
              <a:t>Soit une suite U</a:t>
            </a:r>
            <a:r>
              <a:rPr lang="fr-FR" sz="2400" b="0" strike="noStrike" spc="-1" baseline="-25000" dirty="0">
                <a:solidFill>
                  <a:srgbClr val="376092"/>
                </a:solidFill>
                <a:latin typeface="Arial"/>
              </a:rPr>
              <a:t>n</a:t>
            </a:r>
            <a:r>
              <a:rPr lang="fr-FR" sz="2400" b="0" strike="noStrike" spc="-1" dirty="0">
                <a:solidFill>
                  <a:srgbClr val="376092"/>
                </a:solidFill>
                <a:latin typeface="Arial"/>
              </a:rPr>
              <a:t> de raison 2 et U</a:t>
            </a:r>
            <a:r>
              <a:rPr lang="fr-FR" sz="2400" b="0" strike="noStrike" spc="-1" baseline="-25000" dirty="0">
                <a:solidFill>
                  <a:srgbClr val="376092"/>
                </a:solidFill>
                <a:latin typeface="Arial"/>
              </a:rPr>
              <a:t>7 </a:t>
            </a:r>
            <a:r>
              <a:rPr lang="fr-FR" sz="2400" b="0" strike="noStrike" spc="-1" dirty="0">
                <a:solidFill>
                  <a:srgbClr val="376092"/>
                </a:solidFill>
                <a:latin typeface="Arial"/>
              </a:rPr>
              <a:t>= </a:t>
            </a:r>
            <a:r>
              <a:rPr lang="fr-FR" sz="2400" spc="-1" dirty="0">
                <a:solidFill>
                  <a:srgbClr val="376092"/>
                </a:solidFill>
                <a:latin typeface="Arial"/>
              </a:rPr>
              <a:t>3</a:t>
            </a:r>
            <a:r>
              <a:rPr lang="fr-FR" sz="2400" b="0" strike="noStrike" spc="-1" dirty="0">
                <a:solidFill>
                  <a:srgbClr val="376092"/>
                </a:solidFill>
                <a:latin typeface="Arial"/>
              </a:rPr>
              <a:t>, quelle est la valeur de U</a:t>
            </a:r>
            <a:r>
              <a:rPr lang="fr-FR" sz="2400" b="0" strike="noStrike" spc="-1" baseline="-25000" dirty="0">
                <a:solidFill>
                  <a:srgbClr val="376092"/>
                </a:solidFill>
                <a:latin typeface="Arial"/>
              </a:rPr>
              <a:t>9</a:t>
            </a:r>
            <a:r>
              <a:rPr lang="fr-FR" sz="2400" b="0" strike="noStrike" spc="-1" dirty="0">
                <a:solidFill>
                  <a:srgbClr val="376092"/>
                </a:solidFill>
                <a:latin typeface="Arial"/>
              </a:rPr>
              <a:t> ? </a:t>
            </a:r>
          </a:p>
          <a:p>
            <a:pPr marL="432000" indent="-324000">
              <a:spcAft>
                <a:spcPts val="1060"/>
              </a:spcAft>
              <a:buClr>
                <a:srgbClr val="000000"/>
              </a:buClr>
              <a:buSzPct val="45000"/>
              <a:buFont typeface="Wingdings" charset="2"/>
              <a:buChar char=""/>
            </a:pPr>
            <a:r>
              <a:rPr lang="fr-FR" sz="2400" b="0" strike="noStrike" spc="-1" dirty="0">
                <a:solidFill>
                  <a:srgbClr val="376092"/>
                </a:solidFill>
                <a:latin typeface="Arial"/>
              </a:rPr>
              <a:t>Soit une suite U</a:t>
            </a:r>
            <a:r>
              <a:rPr lang="fr-FR" sz="2400" b="0" strike="noStrike" spc="-1" baseline="-25000" dirty="0">
                <a:solidFill>
                  <a:srgbClr val="376092"/>
                </a:solidFill>
                <a:latin typeface="Arial"/>
              </a:rPr>
              <a:t>n</a:t>
            </a:r>
            <a:r>
              <a:rPr lang="fr-FR" sz="2400" b="0" strike="noStrike" spc="-1" dirty="0">
                <a:solidFill>
                  <a:srgbClr val="376092"/>
                </a:solidFill>
                <a:latin typeface="Arial"/>
              </a:rPr>
              <a:t> de raison 2 et U</a:t>
            </a:r>
            <a:r>
              <a:rPr lang="fr-FR" sz="2400" spc="-1" baseline="-25000" dirty="0">
                <a:solidFill>
                  <a:srgbClr val="376092"/>
                </a:solidFill>
                <a:latin typeface="Arial"/>
              </a:rPr>
              <a:t>0</a:t>
            </a:r>
            <a:r>
              <a:rPr lang="fr-FR" sz="2400" b="0" strike="noStrike" spc="-1" baseline="-25000" dirty="0">
                <a:solidFill>
                  <a:srgbClr val="376092"/>
                </a:solidFill>
                <a:latin typeface="Arial"/>
              </a:rPr>
              <a:t> </a:t>
            </a:r>
            <a:r>
              <a:rPr lang="fr-FR" sz="2400" b="0" strike="noStrike" spc="-1" dirty="0">
                <a:solidFill>
                  <a:srgbClr val="376092"/>
                </a:solidFill>
                <a:latin typeface="Arial"/>
              </a:rPr>
              <a:t>= </a:t>
            </a:r>
            <a:r>
              <a:rPr lang="fr-FR" sz="2400" spc="-1" dirty="0">
                <a:solidFill>
                  <a:srgbClr val="376092"/>
                </a:solidFill>
                <a:latin typeface="Arial"/>
              </a:rPr>
              <a:t>3</a:t>
            </a:r>
            <a:r>
              <a:rPr lang="fr-FR" sz="2400" b="0" strike="noStrike" spc="-1" dirty="0">
                <a:solidFill>
                  <a:srgbClr val="376092"/>
                </a:solidFill>
                <a:latin typeface="Arial"/>
              </a:rPr>
              <a:t>, quelle est la valeur de U</a:t>
            </a:r>
            <a:r>
              <a:rPr lang="fr-FR" sz="2400" b="0" strike="noStrike" spc="-1" baseline="-25000" dirty="0">
                <a:solidFill>
                  <a:srgbClr val="376092"/>
                </a:solidFill>
                <a:latin typeface="Arial"/>
              </a:rPr>
              <a:t>9</a:t>
            </a:r>
            <a:r>
              <a:rPr lang="fr-FR" sz="2400" b="0" strike="noStrike" spc="-1" dirty="0">
                <a:solidFill>
                  <a:srgbClr val="376092"/>
                </a:solidFill>
                <a:latin typeface="Arial"/>
              </a:rPr>
              <a:t> ? </a:t>
            </a:r>
            <a:endParaRPr lang="fr-FR" sz="2400" spc="-1" dirty="0">
              <a:solidFill>
                <a:srgbClr val="376092"/>
              </a:solidFill>
              <a:latin typeface="Arial"/>
            </a:endParaRPr>
          </a:p>
          <a:p>
            <a:pPr marL="432000" indent="-324000">
              <a:spcAft>
                <a:spcPts val="1060"/>
              </a:spcAft>
              <a:buClr>
                <a:srgbClr val="000000"/>
              </a:buClr>
              <a:buSzPct val="45000"/>
              <a:buFont typeface="Wingdings" charset="2"/>
              <a:buChar char=""/>
            </a:pPr>
            <a:r>
              <a:rPr lang="fr-FR" sz="2400" spc="-1" dirty="0">
                <a:solidFill>
                  <a:srgbClr val="376092"/>
                </a:solidFill>
                <a:latin typeface="Arial"/>
              </a:rPr>
              <a:t>On définit le premier terme d'une </a:t>
            </a:r>
            <a:r>
              <a:rPr lang="fr-FR" sz="2400" spc="-1">
                <a:solidFill>
                  <a:srgbClr val="376092"/>
                </a:solidFill>
                <a:latin typeface="Arial"/>
              </a:rPr>
              <a:t>suite géométrique </a:t>
            </a:r>
            <a:r>
              <a:rPr lang="fr-FR" sz="2400" spc="-1" dirty="0">
                <a:solidFill>
                  <a:srgbClr val="376092"/>
                </a:solidFill>
                <a:latin typeface="Arial"/>
              </a:rPr>
              <a:t>U</a:t>
            </a:r>
            <a:r>
              <a:rPr lang="fr-FR" sz="2400" spc="-1" baseline="-25000" dirty="0">
                <a:solidFill>
                  <a:srgbClr val="376092"/>
                </a:solidFill>
                <a:latin typeface="Arial"/>
              </a:rPr>
              <a:t>0</a:t>
            </a:r>
            <a:r>
              <a:rPr lang="fr-FR" sz="2400" spc="-1" dirty="0">
                <a:solidFill>
                  <a:srgbClr val="376092"/>
                </a:solidFill>
                <a:latin typeface="Arial"/>
              </a:rPr>
              <a:t> = 3 et sa raison = 7. </a:t>
            </a:r>
          </a:p>
          <a:p>
            <a:pPr marL="889200" lvl="1" indent="-324000">
              <a:spcAft>
                <a:spcPts val="1060"/>
              </a:spcAft>
              <a:buClr>
                <a:srgbClr val="000000"/>
              </a:buClr>
              <a:buSzPct val="45000"/>
              <a:buFont typeface="Wingdings" charset="2"/>
              <a:buChar char=""/>
            </a:pPr>
            <a:r>
              <a:rPr lang="fr-FR" sz="2400" spc="-1" dirty="0">
                <a:solidFill>
                  <a:srgbClr val="376092"/>
                </a:solidFill>
                <a:latin typeface="Arial"/>
              </a:rPr>
              <a:t>Donnez le terme général de cette suite U</a:t>
            </a:r>
            <a:r>
              <a:rPr lang="fr-FR" sz="2400" spc="-1" baseline="-25000" dirty="0">
                <a:solidFill>
                  <a:srgbClr val="376092"/>
                </a:solidFill>
                <a:latin typeface="Arial"/>
              </a:rPr>
              <a:t>n </a:t>
            </a:r>
            <a:endParaRPr lang="fr-FR" sz="2400" spc="-1" dirty="0">
              <a:solidFill>
                <a:srgbClr val="376092"/>
              </a:solidFill>
              <a:latin typeface="Arial"/>
            </a:endParaRPr>
          </a:p>
          <a:p>
            <a:pPr marL="889200" lvl="1" indent="-324000">
              <a:spcAft>
                <a:spcPts val="1060"/>
              </a:spcAft>
              <a:buClr>
                <a:srgbClr val="000000"/>
              </a:buClr>
              <a:buSzPct val="45000"/>
              <a:buFont typeface="Wingdings" charset="2"/>
              <a:buChar char=""/>
            </a:pPr>
            <a:r>
              <a:rPr lang="fr-FR" sz="2400" spc="-1" dirty="0">
                <a:solidFill>
                  <a:srgbClr val="376092"/>
                </a:solidFill>
                <a:latin typeface="Arial"/>
              </a:rPr>
              <a:t>Calculez les termes de U</a:t>
            </a:r>
            <a:r>
              <a:rPr lang="fr-FR" sz="2400" spc="-1" baseline="-25000" dirty="0">
                <a:solidFill>
                  <a:srgbClr val="376092"/>
                </a:solidFill>
                <a:latin typeface="Arial"/>
              </a:rPr>
              <a:t>1</a:t>
            </a:r>
            <a:r>
              <a:rPr lang="fr-FR" sz="2400" spc="-1" dirty="0">
                <a:solidFill>
                  <a:srgbClr val="376092"/>
                </a:solidFill>
                <a:latin typeface="Arial"/>
              </a:rPr>
              <a:t> à U</a:t>
            </a:r>
            <a:r>
              <a:rPr lang="fr-FR" sz="2400" spc="-1" baseline="-25000" dirty="0">
                <a:solidFill>
                  <a:srgbClr val="376092"/>
                </a:solidFill>
                <a:latin typeface="Arial"/>
              </a:rPr>
              <a:t>6</a:t>
            </a:r>
            <a:r>
              <a:rPr lang="fr-FR" sz="2400" spc="-1" dirty="0">
                <a:solidFill>
                  <a:srgbClr val="376092"/>
                </a:solidFill>
                <a:latin typeface="Arial"/>
              </a:rPr>
              <a:t> 	</a:t>
            </a:r>
          </a:p>
          <a:p>
            <a:pPr marL="889200" lvl="1" indent="-324000">
              <a:spcAft>
                <a:spcPts val="1060"/>
              </a:spcAft>
              <a:buClr>
                <a:srgbClr val="000000"/>
              </a:buClr>
              <a:buSzPct val="45000"/>
              <a:buFont typeface="Wingdings" charset="2"/>
              <a:buChar char=""/>
            </a:pPr>
            <a:r>
              <a:rPr lang="fr-FR" sz="2400" spc="-1" dirty="0">
                <a:solidFill>
                  <a:srgbClr val="376092"/>
                </a:solidFill>
                <a:latin typeface="Arial"/>
              </a:rPr>
              <a:t>Utilisons maintenant un tableur pour calculer les termes de cette suite :</a:t>
            </a:r>
          </a:p>
          <a:p>
            <a:pPr marL="1346400" lvl="2" indent="-324000">
              <a:spcAft>
                <a:spcPts val="1060"/>
              </a:spcAft>
              <a:buClr>
                <a:srgbClr val="000000"/>
              </a:buClr>
              <a:buSzPct val="45000"/>
              <a:buFont typeface="Wingdings" charset="2"/>
              <a:buChar char=""/>
            </a:pPr>
            <a:r>
              <a:rPr lang="fr-FR" sz="2400" spc="-1" dirty="0">
                <a:solidFill>
                  <a:srgbClr val="376092"/>
                </a:solidFill>
                <a:latin typeface="Arial"/>
              </a:rPr>
              <a:t>Par récurrence</a:t>
            </a:r>
          </a:p>
          <a:p>
            <a:pPr marL="1346400" lvl="2" indent="-324000">
              <a:spcAft>
                <a:spcPts val="1060"/>
              </a:spcAft>
              <a:buClr>
                <a:srgbClr val="000000"/>
              </a:buClr>
              <a:buSzPct val="45000"/>
              <a:buFont typeface="Wingdings" charset="2"/>
              <a:buChar char=""/>
            </a:pPr>
            <a:r>
              <a:rPr lang="fr-FR" sz="2400" spc="-1" dirty="0">
                <a:solidFill>
                  <a:srgbClr val="376092"/>
                </a:solidFill>
                <a:latin typeface="Arial"/>
              </a:rPr>
              <a:t>Par son terme général</a:t>
            </a:r>
          </a:p>
          <a:p>
            <a:pPr marL="889200" lvl="1" indent="-324000">
              <a:spcAft>
                <a:spcPts val="1060"/>
              </a:spcAft>
              <a:buClr>
                <a:srgbClr val="000000"/>
              </a:buClr>
              <a:buSzPct val="45000"/>
              <a:buFont typeface="Wingdings" charset="2"/>
              <a:buChar char=""/>
            </a:pPr>
            <a:endParaRPr lang="fr-FR" sz="2400" spc="-1" dirty="0">
              <a:solidFill>
                <a:srgbClr val="376092"/>
              </a:solidFill>
              <a:latin typeface="Arial"/>
            </a:endParaRPr>
          </a:p>
          <a:p>
            <a:pPr marL="432000" indent="-324000">
              <a:spcAft>
                <a:spcPts val="1060"/>
              </a:spcAft>
              <a:buClr>
                <a:srgbClr val="000000"/>
              </a:buClr>
              <a:buSzPct val="45000"/>
              <a:buFont typeface="Wingdings" charset="2"/>
              <a:buChar char=""/>
            </a:pPr>
            <a:endParaRPr lang="fr-FR" sz="2400" b="0" strike="noStrike" spc="-1" dirty="0">
              <a:solidFill>
                <a:srgbClr val="376092"/>
              </a:solidFill>
              <a:latin typeface="Arial"/>
            </a:endParaRPr>
          </a:p>
          <a:p>
            <a:pPr marL="432000" indent="-324000">
              <a:spcAft>
                <a:spcPts val="1060"/>
              </a:spcAft>
              <a:buClr>
                <a:srgbClr val="000000"/>
              </a:buClr>
              <a:buSzPct val="45000"/>
              <a:buFont typeface="Wingdings" charset="2"/>
              <a:buChar char=""/>
            </a:pPr>
            <a:endParaRPr lang="fr-FR" sz="2400" b="0" strike="noStrike" spc="-1" dirty="0">
              <a:solidFill>
                <a:srgbClr val="376092"/>
              </a:solidFill>
              <a:latin typeface="Arial"/>
            </a:endParaRPr>
          </a:p>
          <a:p>
            <a:pPr marL="432000" indent="-324000">
              <a:spcAft>
                <a:spcPts val="1060"/>
              </a:spcAft>
              <a:buClr>
                <a:srgbClr val="000000"/>
              </a:buClr>
              <a:buSzPct val="45000"/>
              <a:buFont typeface="Wingdings" charset="2"/>
              <a:buChar char=""/>
            </a:pPr>
            <a:endParaRPr lang="fr-FR" sz="2400" spc="-1" dirty="0">
              <a:solidFill>
                <a:srgbClr val="376092"/>
              </a:solidFill>
              <a:latin typeface="Arial"/>
            </a:endParaRPr>
          </a:p>
          <a:p>
            <a:pPr marL="432000" indent="-324000">
              <a:spcAft>
                <a:spcPts val="1060"/>
              </a:spcAft>
              <a:buClr>
                <a:srgbClr val="000000"/>
              </a:buClr>
              <a:buSzPct val="45000"/>
              <a:buFont typeface="Wingdings" charset="2"/>
              <a:buChar char=""/>
            </a:pPr>
            <a:endParaRPr lang="fr-FR" sz="2400" b="0" strike="noStrike" spc="-1" dirty="0">
              <a:solidFill>
                <a:srgbClr val="376092"/>
              </a:solidFill>
              <a:latin typeface="Arial"/>
            </a:endParaRPr>
          </a:p>
          <a:p>
            <a:pPr marL="432000" indent="-324000">
              <a:spcAft>
                <a:spcPts val="1060"/>
              </a:spcAft>
              <a:buClr>
                <a:srgbClr val="000000"/>
              </a:buClr>
              <a:buSzPct val="45000"/>
              <a:buFont typeface="Wingdings" charset="2"/>
              <a:buChar char=""/>
            </a:pPr>
            <a:endParaRPr lang="fr-FR" sz="2400" b="0" strike="noStrike" spc="-1" dirty="0">
              <a:solidFill>
                <a:srgbClr val="376092"/>
              </a:solidFill>
              <a:latin typeface="Arial"/>
            </a:endParaRPr>
          </a:p>
          <a:p>
            <a:pPr marL="432000" indent="-324000">
              <a:spcAft>
                <a:spcPts val="1060"/>
              </a:spcAft>
              <a:buClr>
                <a:srgbClr val="000000"/>
              </a:buClr>
              <a:buSzPct val="45000"/>
              <a:buFont typeface="Wingdings" charset="2"/>
              <a:buChar char=""/>
            </a:pPr>
            <a:endParaRPr lang="fr-FR" sz="2400" b="0" strike="noStrike" spc="-1" dirty="0">
              <a:solidFill>
                <a:srgbClr val="376092"/>
              </a:solidFill>
              <a:latin typeface="Arial"/>
            </a:endParaRPr>
          </a:p>
          <a:p>
            <a:pPr marL="432000" indent="-324000" algn="r">
              <a:spcAft>
                <a:spcPts val="1060"/>
              </a:spcAft>
              <a:buClr>
                <a:srgbClr val="000000"/>
              </a:buClr>
              <a:buSzPct val="45000"/>
              <a:buFont typeface="Wingdings" charset="2"/>
              <a:buChar char=""/>
            </a:pPr>
            <a:endParaRPr lang="fr-FR" sz="2400" b="0" strike="noStrike" spc="-1" dirty="0">
              <a:solidFill>
                <a:srgbClr val="376092"/>
              </a:solidFill>
              <a:latin typeface="Arial"/>
            </a:endParaRPr>
          </a:p>
        </p:txBody>
      </p:sp>
      <p:sp>
        <p:nvSpPr>
          <p:cNvPr id="3" name="AutoShape 2" descr="\mathbb {N} ">
            <a:extLst>
              <a:ext uri="{FF2B5EF4-FFF2-40B4-BE49-F238E27FC236}">
                <a16:creationId xmlns:a16="http://schemas.microsoft.com/office/drawing/2014/main" id="{4597BE77-6C1D-27A5-87DF-FD8C36989593}"/>
              </a:ext>
            </a:extLst>
          </p:cNvPr>
          <p:cNvSpPr>
            <a:spLocks noChangeAspect="1" noChangeArrowheads="1"/>
          </p:cNvSpPr>
          <p:nvPr/>
        </p:nvSpPr>
        <p:spPr bwMode="auto">
          <a:xfrm>
            <a:off x="4419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fr-FR"/>
          </a:p>
        </p:txBody>
      </p:sp>
    </p:spTree>
    <p:extLst>
      <p:ext uri="{BB962C8B-B14F-4D97-AF65-F5344CB8AC3E}">
        <p14:creationId xmlns:p14="http://schemas.microsoft.com/office/powerpoint/2010/main" val="373686820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78CF715-2EAA-C82D-12D3-9DAA5E348245}"/>
            </a:ext>
          </a:extLst>
        </p:cNvPr>
        <p:cNvGrpSpPr/>
        <p:nvPr/>
      </p:nvGrpSpPr>
      <p:grpSpPr>
        <a:xfrm>
          <a:off x="0" y="0"/>
          <a:ext cx="0" cy="0"/>
          <a:chOff x="0" y="0"/>
          <a:chExt cx="0" cy="0"/>
        </a:xfrm>
      </p:grpSpPr>
      <p:sp>
        <p:nvSpPr>
          <p:cNvPr id="139" name="TextShape 1">
            <a:extLst>
              <a:ext uri="{FF2B5EF4-FFF2-40B4-BE49-F238E27FC236}">
                <a16:creationId xmlns:a16="http://schemas.microsoft.com/office/drawing/2014/main" id="{A1E382DD-E5FE-958A-E3E5-5D554D40B8BC}"/>
              </a:ext>
            </a:extLst>
          </p:cNvPr>
          <p:cNvSpPr txBox="1"/>
          <p:nvPr/>
        </p:nvSpPr>
        <p:spPr>
          <a:xfrm>
            <a:off x="457200" y="274680"/>
            <a:ext cx="8229240" cy="1142640"/>
          </a:xfrm>
          <a:prstGeom prst="rect">
            <a:avLst/>
          </a:prstGeom>
          <a:noFill/>
          <a:ln w="0">
            <a:noFill/>
          </a:ln>
        </p:spPr>
        <p:txBody>
          <a:bodyPr lIns="0" tIns="0" rIns="0" bIns="0">
            <a:noAutofit/>
          </a:bodyPr>
          <a:lstStyle/>
          <a:p>
            <a:r>
              <a:rPr lang="fr-FR" sz="3200" spc="-1" dirty="0">
                <a:solidFill>
                  <a:srgbClr val="376092"/>
                </a:solidFill>
                <a:latin typeface="Arial"/>
              </a:rPr>
              <a:t>Suites géométriques – exercice :</a:t>
            </a:r>
            <a:endParaRPr lang="en-US" sz="3200" b="0" strike="noStrike" spc="-1" dirty="0">
              <a:solidFill>
                <a:srgbClr val="376092"/>
              </a:solidFill>
              <a:latin typeface="Arial"/>
            </a:endParaRPr>
          </a:p>
        </p:txBody>
      </p:sp>
      <p:sp>
        <p:nvSpPr>
          <p:cNvPr id="140" name="TextShape 2">
            <a:extLst>
              <a:ext uri="{FF2B5EF4-FFF2-40B4-BE49-F238E27FC236}">
                <a16:creationId xmlns:a16="http://schemas.microsoft.com/office/drawing/2014/main" id="{4FC76892-5706-035E-0F6D-F2B6CF67AB42}"/>
              </a:ext>
            </a:extLst>
          </p:cNvPr>
          <p:cNvSpPr txBox="1"/>
          <p:nvPr/>
        </p:nvSpPr>
        <p:spPr>
          <a:xfrm>
            <a:off x="457200" y="1091954"/>
            <a:ext cx="8229240" cy="5033806"/>
          </a:xfrm>
          <a:prstGeom prst="rect">
            <a:avLst/>
          </a:prstGeom>
          <a:noFill/>
          <a:ln w="0">
            <a:noFill/>
          </a:ln>
        </p:spPr>
        <p:txBody>
          <a:bodyPr lIns="0" tIns="0" rIns="0" bIns="0">
            <a:noAutofit/>
          </a:bodyPr>
          <a:lstStyle/>
          <a:p>
            <a:pPr marL="432000" indent="-324000">
              <a:spcAft>
                <a:spcPts val="1060"/>
              </a:spcAft>
              <a:buClr>
                <a:srgbClr val="000000"/>
              </a:buClr>
              <a:buSzPct val="45000"/>
              <a:buFont typeface="Wingdings" charset="2"/>
              <a:buChar char=""/>
            </a:pPr>
            <a:r>
              <a:rPr lang="fr-FR" sz="2400" b="0" strike="noStrike" spc="-1" dirty="0">
                <a:solidFill>
                  <a:srgbClr val="376092"/>
                </a:solidFill>
                <a:latin typeface="Arial"/>
              </a:rPr>
              <a:t>On vous propose de démarrer avec un salaire de 30 000 euros annuel et on vous propose d'augmenter ce salaire de 5% tous les ans.</a:t>
            </a:r>
          </a:p>
          <a:p>
            <a:pPr marL="889200" lvl="1" indent="-324000">
              <a:spcAft>
                <a:spcPts val="1060"/>
              </a:spcAft>
              <a:buClr>
                <a:srgbClr val="000000"/>
              </a:buClr>
              <a:buSzPct val="45000"/>
              <a:buFont typeface="Wingdings" charset="2"/>
              <a:buChar char=""/>
            </a:pPr>
            <a:r>
              <a:rPr lang="fr-FR" sz="2400" spc="-1" dirty="0">
                <a:solidFill>
                  <a:srgbClr val="376092"/>
                </a:solidFill>
                <a:latin typeface="Arial"/>
              </a:rPr>
              <a:t>Montrer que la suite U</a:t>
            </a:r>
            <a:r>
              <a:rPr lang="fr-FR" sz="2400" spc="-1" baseline="-25000" dirty="0">
                <a:solidFill>
                  <a:srgbClr val="376092"/>
                </a:solidFill>
                <a:latin typeface="Arial"/>
              </a:rPr>
              <a:t>n</a:t>
            </a:r>
            <a:r>
              <a:rPr lang="fr-FR" sz="2400" spc="-1" dirty="0">
                <a:solidFill>
                  <a:srgbClr val="376092"/>
                </a:solidFill>
                <a:latin typeface="Arial"/>
              </a:rPr>
              <a:t> qui définit votre salaire et une suite géométrique :</a:t>
            </a:r>
          </a:p>
          <a:p>
            <a:pPr marL="1346400" lvl="2" indent="-324000">
              <a:spcAft>
                <a:spcPts val="1060"/>
              </a:spcAft>
              <a:buClr>
                <a:srgbClr val="000000"/>
              </a:buClr>
              <a:buSzPct val="45000"/>
              <a:buFont typeface="Wingdings" charset="2"/>
              <a:buChar char=""/>
            </a:pPr>
            <a:r>
              <a:rPr lang="fr-FR" sz="2400" spc="-1" dirty="0">
                <a:solidFill>
                  <a:srgbClr val="376092"/>
                </a:solidFill>
                <a:latin typeface="Arial"/>
              </a:rPr>
              <a:t>Donnez sa raison et son terme initial U</a:t>
            </a:r>
            <a:r>
              <a:rPr lang="fr-FR" sz="2400" spc="-1" baseline="-25000" dirty="0">
                <a:solidFill>
                  <a:srgbClr val="376092"/>
                </a:solidFill>
                <a:latin typeface="Arial"/>
              </a:rPr>
              <a:t>0</a:t>
            </a:r>
          </a:p>
          <a:p>
            <a:pPr marL="1346400" lvl="2" indent="-324000">
              <a:spcAft>
                <a:spcPts val="1060"/>
              </a:spcAft>
              <a:buClr>
                <a:srgbClr val="000000"/>
              </a:buClr>
              <a:buSzPct val="45000"/>
              <a:buFont typeface="Wingdings" charset="2"/>
              <a:buChar char=""/>
            </a:pPr>
            <a:r>
              <a:rPr lang="fr-FR" sz="2400" spc="-1" dirty="0">
                <a:solidFill>
                  <a:srgbClr val="376092"/>
                </a:solidFill>
                <a:latin typeface="Arial"/>
              </a:rPr>
              <a:t>Exprimez-là par récurrence et par son terme général</a:t>
            </a:r>
          </a:p>
          <a:p>
            <a:pPr marL="1346400" lvl="2" indent="-324000">
              <a:spcAft>
                <a:spcPts val="1060"/>
              </a:spcAft>
              <a:buClr>
                <a:srgbClr val="000000"/>
              </a:buClr>
              <a:buSzPct val="45000"/>
              <a:buFont typeface="Wingdings" charset="2"/>
              <a:buChar char=""/>
            </a:pPr>
            <a:r>
              <a:rPr lang="fr-FR" sz="2400" spc="-1" dirty="0">
                <a:solidFill>
                  <a:srgbClr val="376092"/>
                </a:solidFill>
                <a:latin typeface="Arial"/>
              </a:rPr>
              <a:t>Quels sera votre salaire dans 10 ans ?</a:t>
            </a:r>
          </a:p>
          <a:p>
            <a:pPr marL="432000" indent="-324000">
              <a:spcAft>
                <a:spcPts val="1060"/>
              </a:spcAft>
              <a:buClr>
                <a:srgbClr val="000000"/>
              </a:buClr>
              <a:buSzPct val="45000"/>
              <a:buFont typeface="Wingdings" charset="2"/>
              <a:buChar char=""/>
            </a:pPr>
            <a:r>
              <a:rPr lang="fr-FR" sz="2400" spc="-1" dirty="0">
                <a:solidFill>
                  <a:srgbClr val="376092"/>
                </a:solidFill>
                <a:latin typeface="Arial"/>
              </a:rPr>
              <a:t>On vous propose une voiture de fonction neuve d'une valeur de 50 000 euros. Sur ce montant, nous pratiquons un amortissement fiscal de 12% par an.</a:t>
            </a:r>
          </a:p>
          <a:p>
            <a:pPr marL="889200" lvl="1" indent="-324000">
              <a:spcAft>
                <a:spcPts val="1060"/>
              </a:spcAft>
              <a:buClr>
                <a:srgbClr val="000000"/>
              </a:buClr>
              <a:buSzPct val="45000"/>
              <a:buFont typeface="Wingdings" charset="2"/>
              <a:buChar char=""/>
            </a:pPr>
            <a:r>
              <a:rPr lang="fr-FR" sz="2400" spc="-1" dirty="0">
                <a:solidFill>
                  <a:srgbClr val="376092"/>
                </a:solidFill>
                <a:latin typeface="Arial"/>
              </a:rPr>
              <a:t>Mêmes questions qu'au dessus</a:t>
            </a:r>
          </a:p>
          <a:p>
            <a:pPr marL="432000" indent="-324000">
              <a:spcAft>
                <a:spcPts val="1060"/>
              </a:spcAft>
              <a:buClr>
                <a:srgbClr val="000000"/>
              </a:buClr>
              <a:buSzPct val="45000"/>
              <a:buFont typeface="Wingdings" charset="2"/>
              <a:buChar char=""/>
            </a:pPr>
            <a:endParaRPr lang="fr-FR" sz="2400" b="0" strike="noStrike" spc="-1" dirty="0">
              <a:solidFill>
                <a:srgbClr val="376092"/>
              </a:solidFill>
              <a:latin typeface="Arial"/>
            </a:endParaRPr>
          </a:p>
          <a:p>
            <a:pPr marL="432000" indent="-324000">
              <a:spcAft>
                <a:spcPts val="1060"/>
              </a:spcAft>
              <a:buClr>
                <a:srgbClr val="000000"/>
              </a:buClr>
              <a:buSzPct val="45000"/>
              <a:buFont typeface="Wingdings" charset="2"/>
              <a:buChar char=""/>
            </a:pPr>
            <a:endParaRPr lang="fr-FR" sz="2400" b="0" strike="noStrike" spc="-1" dirty="0">
              <a:solidFill>
                <a:srgbClr val="376092"/>
              </a:solidFill>
              <a:latin typeface="Arial"/>
            </a:endParaRPr>
          </a:p>
          <a:p>
            <a:pPr marL="432000" indent="-324000">
              <a:spcAft>
                <a:spcPts val="1060"/>
              </a:spcAft>
              <a:buClr>
                <a:srgbClr val="000000"/>
              </a:buClr>
              <a:buSzPct val="45000"/>
              <a:buFont typeface="Wingdings" charset="2"/>
              <a:buChar char=""/>
            </a:pPr>
            <a:endParaRPr lang="fr-FR" sz="2400" spc="-1" dirty="0">
              <a:solidFill>
                <a:srgbClr val="376092"/>
              </a:solidFill>
              <a:latin typeface="Arial"/>
            </a:endParaRPr>
          </a:p>
          <a:p>
            <a:pPr marL="432000" indent="-324000">
              <a:spcAft>
                <a:spcPts val="1060"/>
              </a:spcAft>
              <a:buClr>
                <a:srgbClr val="000000"/>
              </a:buClr>
              <a:buSzPct val="45000"/>
              <a:buFont typeface="Wingdings" charset="2"/>
              <a:buChar char=""/>
            </a:pPr>
            <a:endParaRPr lang="fr-FR" sz="2400" b="0" strike="noStrike" spc="-1" dirty="0">
              <a:solidFill>
                <a:srgbClr val="376092"/>
              </a:solidFill>
              <a:latin typeface="Arial"/>
            </a:endParaRPr>
          </a:p>
          <a:p>
            <a:pPr marL="432000" indent="-324000">
              <a:spcAft>
                <a:spcPts val="1060"/>
              </a:spcAft>
              <a:buClr>
                <a:srgbClr val="000000"/>
              </a:buClr>
              <a:buSzPct val="45000"/>
              <a:buFont typeface="Wingdings" charset="2"/>
              <a:buChar char=""/>
            </a:pPr>
            <a:endParaRPr lang="fr-FR" sz="2400" b="0" strike="noStrike" spc="-1" dirty="0">
              <a:solidFill>
                <a:srgbClr val="376092"/>
              </a:solidFill>
              <a:latin typeface="Arial"/>
            </a:endParaRPr>
          </a:p>
          <a:p>
            <a:pPr marL="432000" indent="-324000">
              <a:spcAft>
                <a:spcPts val="1060"/>
              </a:spcAft>
              <a:buClr>
                <a:srgbClr val="000000"/>
              </a:buClr>
              <a:buSzPct val="45000"/>
              <a:buFont typeface="Wingdings" charset="2"/>
              <a:buChar char=""/>
            </a:pPr>
            <a:endParaRPr lang="fr-FR" sz="2400" b="0" strike="noStrike" spc="-1" dirty="0">
              <a:solidFill>
                <a:srgbClr val="376092"/>
              </a:solidFill>
              <a:latin typeface="Arial"/>
            </a:endParaRPr>
          </a:p>
          <a:p>
            <a:pPr marL="432000" indent="-324000" algn="r">
              <a:spcAft>
                <a:spcPts val="1060"/>
              </a:spcAft>
              <a:buClr>
                <a:srgbClr val="000000"/>
              </a:buClr>
              <a:buSzPct val="45000"/>
              <a:buFont typeface="Wingdings" charset="2"/>
              <a:buChar char=""/>
            </a:pPr>
            <a:endParaRPr lang="fr-FR" sz="2400" b="0" strike="noStrike" spc="-1" dirty="0">
              <a:solidFill>
                <a:srgbClr val="376092"/>
              </a:solidFill>
              <a:latin typeface="Arial"/>
            </a:endParaRPr>
          </a:p>
        </p:txBody>
      </p:sp>
      <p:sp>
        <p:nvSpPr>
          <p:cNvPr id="3" name="AutoShape 2" descr="\mathbb {N} ">
            <a:extLst>
              <a:ext uri="{FF2B5EF4-FFF2-40B4-BE49-F238E27FC236}">
                <a16:creationId xmlns:a16="http://schemas.microsoft.com/office/drawing/2014/main" id="{3F8C269D-C8B6-76B9-9FA2-70E3E9B10736}"/>
              </a:ext>
            </a:extLst>
          </p:cNvPr>
          <p:cNvSpPr>
            <a:spLocks noChangeAspect="1" noChangeArrowheads="1"/>
          </p:cNvSpPr>
          <p:nvPr/>
        </p:nvSpPr>
        <p:spPr bwMode="auto">
          <a:xfrm>
            <a:off x="4419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fr-FR"/>
          </a:p>
        </p:txBody>
      </p:sp>
    </p:spTree>
    <p:extLst>
      <p:ext uri="{BB962C8B-B14F-4D97-AF65-F5344CB8AC3E}">
        <p14:creationId xmlns:p14="http://schemas.microsoft.com/office/powerpoint/2010/main" val="5015757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9" name="TextShape 1"/>
          <p:cNvSpPr txBox="1"/>
          <p:nvPr/>
        </p:nvSpPr>
        <p:spPr>
          <a:xfrm>
            <a:off x="457200" y="274680"/>
            <a:ext cx="8229240" cy="1142640"/>
          </a:xfrm>
          <a:prstGeom prst="rect">
            <a:avLst/>
          </a:prstGeom>
          <a:noFill/>
          <a:ln w="0">
            <a:noFill/>
          </a:ln>
        </p:spPr>
        <p:txBody>
          <a:bodyPr lIns="0" tIns="0" rIns="0" bIns="0">
            <a:noAutofit/>
          </a:bodyPr>
          <a:lstStyle/>
          <a:p>
            <a:r>
              <a:rPr lang="fr-FR" sz="3200" spc="-1" dirty="0">
                <a:solidFill>
                  <a:srgbClr val="376092"/>
                </a:solidFill>
                <a:latin typeface="Arial"/>
              </a:rPr>
              <a:t>Suites géométriques – somme de termes :</a:t>
            </a:r>
            <a:endParaRPr lang="en-US" sz="3200" b="0" strike="noStrike" spc="-1" dirty="0">
              <a:solidFill>
                <a:srgbClr val="376092"/>
              </a:solidFill>
              <a:latin typeface="Arial"/>
            </a:endParaRPr>
          </a:p>
        </p:txBody>
      </p:sp>
      <p:sp>
        <p:nvSpPr>
          <p:cNvPr id="140" name="TextShape 2"/>
          <p:cNvSpPr txBox="1"/>
          <p:nvPr/>
        </p:nvSpPr>
        <p:spPr>
          <a:xfrm>
            <a:off x="457200" y="1287262"/>
            <a:ext cx="8229240" cy="4838498"/>
          </a:xfrm>
          <a:prstGeom prst="rect">
            <a:avLst/>
          </a:prstGeom>
          <a:noFill/>
          <a:ln w="0">
            <a:noFill/>
          </a:ln>
        </p:spPr>
        <p:txBody>
          <a:bodyPr lIns="0" tIns="0" rIns="0" bIns="0">
            <a:noAutofit/>
          </a:bodyPr>
          <a:lstStyle/>
          <a:p>
            <a:pPr marL="432000" indent="-324000">
              <a:spcAft>
                <a:spcPts val="1060"/>
              </a:spcAft>
              <a:buClr>
                <a:srgbClr val="000000"/>
              </a:buClr>
              <a:buSzPct val="45000"/>
              <a:buFont typeface="Wingdings" charset="2"/>
              <a:buChar char=""/>
            </a:pPr>
            <a:r>
              <a:rPr lang="fr-FR" sz="2400" spc="-1" dirty="0">
                <a:solidFill>
                  <a:srgbClr val="376092"/>
                </a:solidFill>
                <a:latin typeface="Arial"/>
              </a:rPr>
              <a:t>Nous allons mettre en lumière une propriété sur la somme des termes d'une suite géométrique.</a:t>
            </a:r>
          </a:p>
          <a:p>
            <a:pPr marL="889200" lvl="1" indent="-324000">
              <a:spcAft>
                <a:spcPts val="1060"/>
              </a:spcAft>
              <a:buClr>
                <a:srgbClr val="000000"/>
              </a:buClr>
              <a:buSzPct val="45000"/>
              <a:buFont typeface="Wingdings" charset="2"/>
              <a:buChar char=""/>
            </a:pPr>
            <a:r>
              <a:rPr lang="fr-FR" sz="2400" spc="-1" dirty="0">
                <a:solidFill>
                  <a:srgbClr val="376092"/>
                </a:solidFill>
                <a:latin typeface="Arial"/>
              </a:rPr>
              <a:t>Commençons par considérer la suite suivante :	</a:t>
            </a:r>
          </a:p>
          <a:p>
            <a:pPr marL="1346400" lvl="2" indent="-324000">
              <a:spcAft>
                <a:spcPts val="1060"/>
              </a:spcAft>
              <a:buClr>
                <a:srgbClr val="000000"/>
              </a:buClr>
              <a:buSzPct val="45000"/>
              <a:buFont typeface="Wingdings" charset="2"/>
              <a:buChar char=""/>
            </a:pPr>
            <a:r>
              <a:rPr lang="fr-FR" sz="2400" spc="-1" dirty="0">
                <a:solidFill>
                  <a:srgbClr val="376092"/>
                </a:solidFill>
                <a:latin typeface="Arial"/>
              </a:rPr>
              <a:t>U</a:t>
            </a:r>
            <a:r>
              <a:rPr lang="fr-FR" sz="2400" spc="-1" baseline="-25000" dirty="0">
                <a:solidFill>
                  <a:srgbClr val="376092"/>
                </a:solidFill>
                <a:latin typeface="Arial"/>
              </a:rPr>
              <a:t>0</a:t>
            </a:r>
            <a:r>
              <a:rPr lang="fr-FR" sz="2400" spc="-1" dirty="0">
                <a:solidFill>
                  <a:srgbClr val="376092"/>
                </a:solidFill>
                <a:latin typeface="Arial"/>
              </a:rPr>
              <a:t> = 5</a:t>
            </a:r>
          </a:p>
          <a:p>
            <a:pPr marL="1346400" lvl="2" indent="-324000">
              <a:spcAft>
                <a:spcPts val="1060"/>
              </a:spcAft>
              <a:buClr>
                <a:srgbClr val="000000"/>
              </a:buClr>
              <a:buSzPct val="45000"/>
              <a:buFont typeface="Wingdings" charset="2"/>
              <a:buChar char=""/>
            </a:pPr>
            <a:r>
              <a:rPr lang="fr-FR" sz="2400" spc="-1" dirty="0">
                <a:solidFill>
                  <a:srgbClr val="376092"/>
                </a:solidFill>
                <a:latin typeface="Arial"/>
              </a:rPr>
              <a:t>U</a:t>
            </a:r>
            <a:r>
              <a:rPr lang="fr-FR" sz="2400" spc="-1" baseline="-25000" dirty="0">
                <a:solidFill>
                  <a:srgbClr val="376092"/>
                </a:solidFill>
                <a:latin typeface="Arial"/>
              </a:rPr>
              <a:t>n+1 </a:t>
            </a:r>
            <a:r>
              <a:rPr lang="fr-FR" sz="2400" spc="-1" dirty="0">
                <a:solidFill>
                  <a:srgbClr val="376092"/>
                </a:solidFill>
                <a:latin typeface="Arial"/>
              </a:rPr>
              <a:t>= U</a:t>
            </a:r>
            <a:r>
              <a:rPr lang="fr-FR" sz="2400" spc="-1" baseline="-25000" dirty="0">
                <a:solidFill>
                  <a:srgbClr val="376092"/>
                </a:solidFill>
                <a:latin typeface="Arial"/>
              </a:rPr>
              <a:t>n</a:t>
            </a:r>
            <a:r>
              <a:rPr lang="fr-FR" sz="2400" spc="-1" dirty="0">
                <a:solidFill>
                  <a:srgbClr val="376092"/>
                </a:solidFill>
                <a:latin typeface="Arial"/>
              </a:rPr>
              <a:t> x 9</a:t>
            </a:r>
          </a:p>
          <a:p>
            <a:pPr marL="889200" lvl="1" indent="-324000">
              <a:spcAft>
                <a:spcPts val="1060"/>
              </a:spcAft>
              <a:buClr>
                <a:srgbClr val="000000"/>
              </a:buClr>
              <a:buSzPct val="45000"/>
              <a:buFont typeface="Wingdings" charset="2"/>
              <a:buChar char=""/>
            </a:pPr>
            <a:r>
              <a:rPr lang="fr-FR" sz="2400" spc="-1" dirty="0">
                <a:solidFill>
                  <a:srgbClr val="376092"/>
                </a:solidFill>
                <a:latin typeface="Arial"/>
              </a:rPr>
              <a:t>Calculons les premiers termes pour bien comprendre cette suite.</a:t>
            </a:r>
          </a:p>
          <a:p>
            <a:pPr marL="432000" indent="-324000">
              <a:spcAft>
                <a:spcPts val="1060"/>
              </a:spcAft>
              <a:buClr>
                <a:srgbClr val="000000"/>
              </a:buClr>
              <a:buSzPct val="45000"/>
              <a:buFont typeface="Wingdings" charset="2"/>
              <a:buChar char=""/>
            </a:pPr>
            <a:r>
              <a:rPr lang="fr-FR" sz="2400" spc="-1" dirty="0">
                <a:solidFill>
                  <a:srgbClr val="376092"/>
                </a:solidFill>
                <a:latin typeface="Arial"/>
              </a:rPr>
              <a:t>Nous pouvons exprimer la somme des termes de la suite de la manière suivante :</a:t>
            </a:r>
          </a:p>
          <a:p>
            <a:pPr marL="889200" lvl="1" indent="-324000">
              <a:spcAft>
                <a:spcPts val="1060"/>
              </a:spcAft>
              <a:buClr>
                <a:srgbClr val="000000"/>
              </a:buClr>
              <a:buSzPct val="45000"/>
              <a:buFont typeface="Wingdings" charset="2"/>
              <a:buChar char=""/>
            </a:pPr>
            <a:r>
              <a:rPr lang="fr-FR" sz="2400" spc="-1" dirty="0">
                <a:solidFill>
                  <a:srgbClr val="00B050"/>
                </a:solidFill>
                <a:latin typeface="Arial"/>
              </a:rPr>
              <a:t>S = U</a:t>
            </a:r>
            <a:r>
              <a:rPr lang="fr-FR" sz="2400" spc="-1" baseline="-25000" dirty="0">
                <a:solidFill>
                  <a:srgbClr val="00B050"/>
                </a:solidFill>
                <a:latin typeface="Arial"/>
              </a:rPr>
              <a:t>0</a:t>
            </a:r>
            <a:r>
              <a:rPr lang="fr-FR" sz="2400" b="0" strike="noStrike" spc="-1" dirty="0">
                <a:solidFill>
                  <a:srgbClr val="00B050"/>
                </a:solidFill>
                <a:latin typeface="Arial"/>
              </a:rPr>
              <a:t> + (</a:t>
            </a:r>
            <a:r>
              <a:rPr lang="fr-FR" sz="2400" spc="-1" dirty="0">
                <a:solidFill>
                  <a:srgbClr val="00B050"/>
                </a:solidFill>
                <a:latin typeface="Arial"/>
              </a:rPr>
              <a:t>U</a:t>
            </a:r>
            <a:r>
              <a:rPr lang="fr-FR" sz="2400" spc="-1" baseline="-25000" dirty="0">
                <a:solidFill>
                  <a:srgbClr val="00B050"/>
                </a:solidFill>
                <a:latin typeface="Arial"/>
              </a:rPr>
              <a:t>0 </a:t>
            </a:r>
            <a:r>
              <a:rPr lang="fr-FR" sz="2400" spc="-1" dirty="0">
                <a:solidFill>
                  <a:srgbClr val="00B050"/>
                </a:solidFill>
                <a:latin typeface="Arial"/>
              </a:rPr>
              <a:t>* </a:t>
            </a:r>
            <a:r>
              <a:rPr lang="fr-FR" sz="2400" b="0" strike="noStrike" spc="-1" dirty="0">
                <a:solidFill>
                  <a:srgbClr val="00B050"/>
                </a:solidFill>
                <a:latin typeface="Arial"/>
              </a:rPr>
              <a:t>q) + (</a:t>
            </a:r>
            <a:r>
              <a:rPr lang="fr-FR" sz="2400" spc="-1" dirty="0">
                <a:solidFill>
                  <a:srgbClr val="00B050"/>
                </a:solidFill>
                <a:latin typeface="Arial"/>
              </a:rPr>
              <a:t>U</a:t>
            </a:r>
            <a:r>
              <a:rPr lang="fr-FR" sz="2400" spc="-1" baseline="-25000" dirty="0">
                <a:solidFill>
                  <a:srgbClr val="00B050"/>
                </a:solidFill>
                <a:latin typeface="Arial"/>
              </a:rPr>
              <a:t>0 </a:t>
            </a:r>
            <a:r>
              <a:rPr lang="fr-FR" sz="2400" spc="-1" dirty="0">
                <a:solidFill>
                  <a:srgbClr val="00B050"/>
                </a:solidFill>
                <a:latin typeface="Arial"/>
              </a:rPr>
              <a:t>* </a:t>
            </a:r>
            <a:r>
              <a:rPr lang="fr-FR" sz="2400" b="0" strike="noStrike" spc="-1" dirty="0">
                <a:solidFill>
                  <a:srgbClr val="00B050"/>
                </a:solidFill>
                <a:latin typeface="Arial"/>
              </a:rPr>
              <a:t>q²)…. + (</a:t>
            </a:r>
            <a:r>
              <a:rPr lang="fr-FR" sz="2400" spc="-1" dirty="0">
                <a:solidFill>
                  <a:srgbClr val="00B050"/>
                </a:solidFill>
                <a:latin typeface="Arial"/>
              </a:rPr>
              <a:t>U</a:t>
            </a:r>
            <a:r>
              <a:rPr lang="fr-FR" sz="2400" spc="-1" baseline="-25000" dirty="0">
                <a:solidFill>
                  <a:srgbClr val="00B050"/>
                </a:solidFill>
                <a:latin typeface="Arial"/>
              </a:rPr>
              <a:t>0 </a:t>
            </a:r>
            <a:r>
              <a:rPr lang="fr-FR" sz="2400" spc="-1" dirty="0">
                <a:solidFill>
                  <a:srgbClr val="00B050"/>
                </a:solidFill>
                <a:latin typeface="Arial"/>
              </a:rPr>
              <a:t>* </a:t>
            </a:r>
            <a:r>
              <a:rPr lang="fr-FR" sz="2400" b="0" strike="noStrike" spc="-1" dirty="0" err="1">
                <a:solidFill>
                  <a:srgbClr val="00B050"/>
                </a:solidFill>
                <a:latin typeface="Arial"/>
              </a:rPr>
              <a:t>q</a:t>
            </a:r>
            <a:r>
              <a:rPr lang="fr-FR" sz="2400" b="0" strike="noStrike" spc="-1" baseline="30000" dirty="0" err="1">
                <a:solidFill>
                  <a:srgbClr val="00B050"/>
                </a:solidFill>
                <a:latin typeface="Arial"/>
              </a:rPr>
              <a:t>n</a:t>
            </a:r>
            <a:r>
              <a:rPr lang="fr-FR" sz="2400" b="0" strike="noStrike" spc="-1" dirty="0">
                <a:solidFill>
                  <a:srgbClr val="00B050"/>
                </a:solidFill>
                <a:latin typeface="Arial"/>
              </a:rPr>
              <a:t>)</a:t>
            </a:r>
            <a:endParaRPr lang="fr-FR" sz="2400" spc="-1" dirty="0">
              <a:solidFill>
                <a:srgbClr val="00B050"/>
              </a:solidFill>
              <a:latin typeface="Arial"/>
            </a:endParaRPr>
          </a:p>
          <a:p>
            <a:pPr marL="108000">
              <a:spcAft>
                <a:spcPts val="1060"/>
              </a:spcAft>
              <a:buClr>
                <a:srgbClr val="000000"/>
              </a:buClr>
              <a:buSzPct val="45000"/>
            </a:pPr>
            <a:endParaRPr lang="fr-FR" sz="2400" spc="-1" dirty="0">
              <a:solidFill>
                <a:srgbClr val="376092"/>
              </a:solidFill>
              <a:latin typeface="Arial"/>
            </a:endParaRPr>
          </a:p>
          <a:p>
            <a:pPr marL="889200" lvl="1" indent="-324000">
              <a:spcAft>
                <a:spcPts val="1060"/>
              </a:spcAft>
              <a:buClr>
                <a:srgbClr val="000000"/>
              </a:buClr>
              <a:buSzPct val="45000"/>
              <a:buFont typeface="Wingdings" charset="2"/>
              <a:buChar char=""/>
            </a:pPr>
            <a:endParaRPr lang="fr-FR" sz="2400" b="0" strike="noStrike" spc="-1" dirty="0">
              <a:solidFill>
                <a:srgbClr val="FF0000"/>
              </a:solidFill>
              <a:latin typeface="Arial"/>
            </a:endParaRPr>
          </a:p>
          <a:p>
            <a:pPr marL="889200" lvl="1" indent="-324000">
              <a:spcAft>
                <a:spcPts val="1060"/>
              </a:spcAft>
              <a:buClr>
                <a:srgbClr val="000000"/>
              </a:buClr>
              <a:buSzPct val="45000"/>
              <a:buFont typeface="Wingdings" charset="2"/>
              <a:buChar char=""/>
            </a:pPr>
            <a:endParaRPr lang="fr-FR" sz="2400" spc="-1" dirty="0">
              <a:solidFill>
                <a:srgbClr val="376092"/>
              </a:solidFill>
              <a:latin typeface="Arial"/>
            </a:endParaRPr>
          </a:p>
          <a:p>
            <a:pPr marL="432000" indent="-324000">
              <a:spcAft>
                <a:spcPts val="1060"/>
              </a:spcAft>
              <a:buClr>
                <a:srgbClr val="000000"/>
              </a:buClr>
              <a:buSzPct val="45000"/>
              <a:buFont typeface="Wingdings" charset="2"/>
              <a:buChar char=""/>
            </a:pPr>
            <a:endParaRPr lang="fr-FR" sz="2400" b="0" strike="noStrike" spc="-1" dirty="0">
              <a:solidFill>
                <a:srgbClr val="376092"/>
              </a:solidFill>
              <a:latin typeface="Arial"/>
            </a:endParaRPr>
          </a:p>
          <a:p>
            <a:pPr marL="432000" indent="-324000">
              <a:spcAft>
                <a:spcPts val="1060"/>
              </a:spcAft>
              <a:buClr>
                <a:srgbClr val="000000"/>
              </a:buClr>
              <a:buSzPct val="45000"/>
              <a:buFont typeface="Wingdings" charset="2"/>
              <a:buChar char=""/>
            </a:pPr>
            <a:endParaRPr lang="fr-FR" sz="2400" b="0" strike="noStrike" spc="-1" dirty="0">
              <a:solidFill>
                <a:srgbClr val="376092"/>
              </a:solidFill>
              <a:latin typeface="Arial"/>
            </a:endParaRPr>
          </a:p>
          <a:p>
            <a:pPr marL="432000" indent="-324000">
              <a:spcAft>
                <a:spcPts val="1060"/>
              </a:spcAft>
              <a:buClr>
                <a:srgbClr val="000000"/>
              </a:buClr>
              <a:buSzPct val="45000"/>
              <a:buFont typeface="Wingdings" charset="2"/>
              <a:buChar char=""/>
            </a:pPr>
            <a:endParaRPr lang="fr-FR" sz="2400" spc="-1" dirty="0">
              <a:solidFill>
                <a:srgbClr val="376092"/>
              </a:solidFill>
              <a:latin typeface="Arial"/>
            </a:endParaRPr>
          </a:p>
          <a:p>
            <a:pPr marL="432000" indent="-324000">
              <a:spcAft>
                <a:spcPts val="1060"/>
              </a:spcAft>
              <a:buClr>
                <a:srgbClr val="000000"/>
              </a:buClr>
              <a:buSzPct val="45000"/>
              <a:buFont typeface="Wingdings" charset="2"/>
              <a:buChar char=""/>
            </a:pPr>
            <a:endParaRPr lang="fr-FR" sz="2400" b="0" strike="noStrike" spc="-1" dirty="0">
              <a:solidFill>
                <a:srgbClr val="376092"/>
              </a:solidFill>
              <a:latin typeface="Arial"/>
            </a:endParaRPr>
          </a:p>
          <a:p>
            <a:pPr marL="432000" indent="-324000">
              <a:spcAft>
                <a:spcPts val="1060"/>
              </a:spcAft>
              <a:buClr>
                <a:srgbClr val="000000"/>
              </a:buClr>
              <a:buSzPct val="45000"/>
              <a:buFont typeface="Wingdings" charset="2"/>
              <a:buChar char=""/>
            </a:pPr>
            <a:endParaRPr lang="fr-FR" sz="2400" b="0" strike="noStrike" spc="-1" dirty="0">
              <a:solidFill>
                <a:srgbClr val="376092"/>
              </a:solidFill>
              <a:latin typeface="Arial"/>
            </a:endParaRPr>
          </a:p>
          <a:p>
            <a:pPr marL="432000" indent="-324000">
              <a:spcAft>
                <a:spcPts val="1060"/>
              </a:spcAft>
              <a:buClr>
                <a:srgbClr val="000000"/>
              </a:buClr>
              <a:buSzPct val="45000"/>
              <a:buFont typeface="Wingdings" charset="2"/>
              <a:buChar char=""/>
            </a:pPr>
            <a:endParaRPr lang="fr-FR" sz="2400" b="0" strike="noStrike" spc="-1" dirty="0">
              <a:solidFill>
                <a:srgbClr val="376092"/>
              </a:solidFill>
              <a:latin typeface="Arial"/>
            </a:endParaRPr>
          </a:p>
          <a:p>
            <a:pPr marL="432000" indent="-324000" algn="r">
              <a:spcAft>
                <a:spcPts val="1060"/>
              </a:spcAft>
              <a:buClr>
                <a:srgbClr val="000000"/>
              </a:buClr>
              <a:buSzPct val="45000"/>
              <a:buFont typeface="Wingdings" charset="2"/>
              <a:buChar char=""/>
            </a:pPr>
            <a:endParaRPr lang="fr-FR" sz="2400" b="0" strike="noStrike" spc="-1" dirty="0">
              <a:solidFill>
                <a:srgbClr val="376092"/>
              </a:solidFill>
              <a:latin typeface="Arial"/>
            </a:endParaRPr>
          </a:p>
        </p:txBody>
      </p:sp>
      <p:sp>
        <p:nvSpPr>
          <p:cNvPr id="3" name="AutoShape 2" descr="\mathbb {N} ">
            <a:extLst>
              <a:ext uri="{FF2B5EF4-FFF2-40B4-BE49-F238E27FC236}">
                <a16:creationId xmlns:a16="http://schemas.microsoft.com/office/drawing/2014/main" id="{5683ECBD-29C6-41B0-A0CC-C50D1395AF63}"/>
              </a:ext>
            </a:extLst>
          </p:cNvPr>
          <p:cNvSpPr>
            <a:spLocks noChangeAspect="1" noChangeArrowheads="1"/>
          </p:cNvSpPr>
          <p:nvPr/>
        </p:nvSpPr>
        <p:spPr bwMode="auto">
          <a:xfrm>
            <a:off x="4419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fr-FR"/>
          </a:p>
        </p:txBody>
      </p:sp>
    </p:spTree>
    <p:extLst>
      <p:ext uri="{BB962C8B-B14F-4D97-AF65-F5344CB8AC3E}">
        <p14:creationId xmlns:p14="http://schemas.microsoft.com/office/powerpoint/2010/main" val="416780774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0389751-82AB-D2D7-2A5D-83FB64263E58}"/>
            </a:ext>
          </a:extLst>
        </p:cNvPr>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140" name="TextShape 2">
                <a:extLst>
                  <a:ext uri="{FF2B5EF4-FFF2-40B4-BE49-F238E27FC236}">
                    <a16:creationId xmlns:a16="http://schemas.microsoft.com/office/drawing/2014/main" id="{DA08C5CA-26D4-28E0-AA42-7EDDB320BCC5}"/>
                  </a:ext>
                </a:extLst>
              </p:cNvPr>
              <p:cNvSpPr txBox="1"/>
              <p:nvPr/>
            </p:nvSpPr>
            <p:spPr>
              <a:xfrm>
                <a:off x="457200" y="1287262"/>
                <a:ext cx="8229240" cy="4838498"/>
              </a:xfrm>
              <a:prstGeom prst="rect">
                <a:avLst/>
              </a:prstGeom>
              <a:noFill/>
              <a:ln w="0">
                <a:noFill/>
              </a:ln>
            </p:spPr>
            <p:txBody>
              <a:bodyPr lIns="0" tIns="0" rIns="0" bIns="0">
                <a:noAutofit/>
              </a:bodyPr>
              <a:lstStyle/>
              <a:p>
                <a:pPr marL="432000" indent="-324000">
                  <a:spcAft>
                    <a:spcPts val="1060"/>
                  </a:spcAft>
                  <a:buClr>
                    <a:srgbClr val="000000"/>
                  </a:buClr>
                  <a:buSzPct val="45000"/>
                  <a:buFont typeface="Wingdings" charset="2"/>
                  <a:buChar char=""/>
                </a:pPr>
                <a:r>
                  <a:rPr lang="fr-FR" sz="2400" spc="-1" dirty="0">
                    <a:solidFill>
                      <a:srgbClr val="376092"/>
                    </a:solidFill>
                    <a:latin typeface="Arial"/>
                  </a:rPr>
                  <a:t>Multiplions cette somme par la raison q :</a:t>
                </a:r>
              </a:p>
              <a:p>
                <a:pPr marL="889200" lvl="1" indent="-324000">
                  <a:spcAft>
                    <a:spcPts val="1060"/>
                  </a:spcAft>
                  <a:buClr>
                    <a:srgbClr val="000000"/>
                  </a:buClr>
                  <a:buSzPct val="45000"/>
                  <a:buFont typeface="Wingdings" charset="2"/>
                  <a:buChar char=""/>
                </a:pPr>
                <a:r>
                  <a:rPr lang="fr-FR" sz="2400" spc="-1" dirty="0">
                    <a:solidFill>
                      <a:srgbClr val="FF0000"/>
                    </a:solidFill>
                    <a:latin typeface="Arial"/>
                  </a:rPr>
                  <a:t>q*S = q*U</a:t>
                </a:r>
                <a:r>
                  <a:rPr lang="fr-FR" sz="2400" spc="-1" baseline="-25000" dirty="0">
                    <a:solidFill>
                      <a:srgbClr val="FF0000"/>
                    </a:solidFill>
                    <a:latin typeface="Arial"/>
                  </a:rPr>
                  <a:t>0</a:t>
                </a:r>
                <a:r>
                  <a:rPr lang="fr-FR" sz="2400" b="0" strike="noStrike" spc="-1" dirty="0">
                    <a:solidFill>
                      <a:srgbClr val="FF0000"/>
                    </a:solidFill>
                    <a:latin typeface="Arial"/>
                  </a:rPr>
                  <a:t> + (</a:t>
                </a:r>
                <a:r>
                  <a:rPr lang="fr-FR" sz="2400" spc="-1" dirty="0">
                    <a:solidFill>
                      <a:srgbClr val="FF0000"/>
                    </a:solidFill>
                    <a:latin typeface="Arial"/>
                  </a:rPr>
                  <a:t>U</a:t>
                </a:r>
                <a:r>
                  <a:rPr lang="fr-FR" sz="2400" spc="-1" baseline="-25000" dirty="0">
                    <a:solidFill>
                      <a:srgbClr val="FF0000"/>
                    </a:solidFill>
                    <a:latin typeface="Arial"/>
                  </a:rPr>
                  <a:t>0 </a:t>
                </a:r>
                <a:r>
                  <a:rPr lang="fr-FR" sz="2400" spc="-1" dirty="0">
                    <a:solidFill>
                      <a:srgbClr val="FF0000"/>
                    </a:solidFill>
                    <a:latin typeface="Arial"/>
                  </a:rPr>
                  <a:t>* </a:t>
                </a:r>
                <a:r>
                  <a:rPr lang="fr-FR" sz="2400" b="0" strike="noStrike" spc="-1" dirty="0">
                    <a:solidFill>
                      <a:srgbClr val="FF0000"/>
                    </a:solidFill>
                    <a:latin typeface="Arial"/>
                  </a:rPr>
                  <a:t>q²) + (</a:t>
                </a:r>
                <a:r>
                  <a:rPr lang="fr-FR" sz="2400" spc="-1" dirty="0">
                    <a:solidFill>
                      <a:srgbClr val="FF0000"/>
                    </a:solidFill>
                    <a:latin typeface="Arial"/>
                  </a:rPr>
                  <a:t>U</a:t>
                </a:r>
                <a:r>
                  <a:rPr lang="fr-FR" sz="2400" spc="-1" baseline="-25000" dirty="0">
                    <a:solidFill>
                      <a:srgbClr val="FF0000"/>
                    </a:solidFill>
                    <a:latin typeface="Arial"/>
                  </a:rPr>
                  <a:t>0 </a:t>
                </a:r>
                <a:r>
                  <a:rPr lang="fr-FR" sz="2400" spc="-1" dirty="0">
                    <a:solidFill>
                      <a:srgbClr val="FF0000"/>
                    </a:solidFill>
                    <a:latin typeface="Arial"/>
                  </a:rPr>
                  <a:t>* </a:t>
                </a:r>
                <a:r>
                  <a:rPr lang="fr-FR" sz="2400" b="0" strike="noStrike" spc="-1" dirty="0">
                    <a:solidFill>
                      <a:srgbClr val="FF0000"/>
                    </a:solidFill>
                    <a:latin typeface="Arial"/>
                  </a:rPr>
                  <a:t>q</a:t>
                </a:r>
                <a:r>
                  <a:rPr lang="fr-FR" sz="2400" b="0" strike="noStrike" spc="-1" baseline="30000" dirty="0">
                    <a:solidFill>
                      <a:srgbClr val="FF0000"/>
                    </a:solidFill>
                    <a:latin typeface="Arial"/>
                  </a:rPr>
                  <a:t>3</a:t>
                </a:r>
                <a:r>
                  <a:rPr lang="fr-FR" sz="2400" b="0" strike="noStrike" spc="-1" dirty="0">
                    <a:solidFill>
                      <a:srgbClr val="FF0000"/>
                    </a:solidFill>
                    <a:latin typeface="Arial"/>
                  </a:rPr>
                  <a:t>)…. + (</a:t>
                </a:r>
                <a:r>
                  <a:rPr lang="fr-FR" sz="2400" spc="-1" dirty="0">
                    <a:solidFill>
                      <a:srgbClr val="FF0000"/>
                    </a:solidFill>
                    <a:latin typeface="Arial"/>
                  </a:rPr>
                  <a:t>U</a:t>
                </a:r>
                <a:r>
                  <a:rPr lang="fr-FR" sz="2400" spc="-1" baseline="-25000" dirty="0">
                    <a:solidFill>
                      <a:srgbClr val="FF0000"/>
                    </a:solidFill>
                    <a:latin typeface="Arial"/>
                  </a:rPr>
                  <a:t>0 </a:t>
                </a:r>
                <a:r>
                  <a:rPr lang="fr-FR" sz="2400" spc="-1" dirty="0">
                    <a:solidFill>
                      <a:srgbClr val="FF0000"/>
                    </a:solidFill>
                    <a:latin typeface="Arial"/>
                  </a:rPr>
                  <a:t>* </a:t>
                </a:r>
                <a:r>
                  <a:rPr lang="fr-FR" sz="2400" b="0" strike="noStrike" spc="-1" dirty="0">
                    <a:solidFill>
                      <a:srgbClr val="FF0000"/>
                    </a:solidFill>
                    <a:latin typeface="Arial"/>
                  </a:rPr>
                  <a:t>q</a:t>
                </a:r>
                <a:r>
                  <a:rPr lang="fr-FR" sz="2400" b="0" strike="noStrike" spc="-1" baseline="30000" dirty="0">
                    <a:solidFill>
                      <a:srgbClr val="FF0000"/>
                    </a:solidFill>
                    <a:latin typeface="Arial"/>
                  </a:rPr>
                  <a:t>n+1</a:t>
                </a:r>
                <a:r>
                  <a:rPr lang="fr-FR" sz="2400" b="0" strike="noStrike" spc="-1" dirty="0">
                    <a:solidFill>
                      <a:srgbClr val="FF0000"/>
                    </a:solidFill>
                    <a:latin typeface="Arial"/>
                  </a:rPr>
                  <a:t>)</a:t>
                </a:r>
                <a:endParaRPr lang="fr-FR" sz="2400" spc="-1" dirty="0">
                  <a:solidFill>
                    <a:srgbClr val="FF0000"/>
                  </a:solidFill>
                  <a:latin typeface="Arial"/>
                </a:endParaRPr>
              </a:p>
              <a:p>
                <a:pPr marL="432000" indent="-324000">
                  <a:spcAft>
                    <a:spcPts val="1060"/>
                  </a:spcAft>
                  <a:buClr>
                    <a:srgbClr val="000000"/>
                  </a:buClr>
                  <a:buSzPct val="45000"/>
                  <a:buFont typeface="Wingdings" charset="2"/>
                  <a:buChar char=""/>
                </a:pPr>
                <a:r>
                  <a:rPr lang="fr-FR" sz="2400" spc="-1" dirty="0">
                    <a:solidFill>
                      <a:srgbClr val="376092"/>
                    </a:solidFill>
                    <a:latin typeface="Arial"/>
                  </a:rPr>
                  <a:t>Nous allons maintenant calculer S – q * S</a:t>
                </a:r>
              </a:p>
              <a:p>
                <a:pPr marL="889200" lvl="1" indent="-324000">
                  <a:spcAft>
                    <a:spcPts val="1060"/>
                  </a:spcAft>
                  <a:buClr>
                    <a:srgbClr val="000000"/>
                  </a:buClr>
                  <a:buSzPct val="45000"/>
                  <a:buFont typeface="Wingdings" charset="2"/>
                  <a:buChar char=""/>
                </a:pPr>
                <a:r>
                  <a:rPr lang="fr-FR" sz="2400" spc="-1" dirty="0">
                    <a:solidFill>
                      <a:srgbClr val="00B050"/>
                    </a:solidFill>
                    <a:latin typeface="Arial"/>
                  </a:rPr>
                  <a:t>S = U</a:t>
                </a:r>
                <a:r>
                  <a:rPr lang="fr-FR" sz="2400" spc="-1" baseline="-25000" dirty="0">
                    <a:solidFill>
                      <a:srgbClr val="00B050"/>
                    </a:solidFill>
                    <a:latin typeface="Arial"/>
                  </a:rPr>
                  <a:t>0</a:t>
                </a:r>
                <a:r>
                  <a:rPr lang="fr-FR" sz="2400" b="0" strike="noStrike" spc="-1" dirty="0">
                    <a:solidFill>
                      <a:srgbClr val="00B050"/>
                    </a:solidFill>
                    <a:latin typeface="Arial"/>
                  </a:rPr>
                  <a:t> + </a:t>
                </a:r>
                <a:r>
                  <a:rPr lang="fr-FR" sz="2400" b="0" strike="noStrike" spc="-1" dirty="0">
                    <a:solidFill>
                      <a:srgbClr val="00B0F0"/>
                    </a:solidFill>
                    <a:latin typeface="Arial"/>
                  </a:rPr>
                  <a:t>(</a:t>
                </a:r>
                <a:r>
                  <a:rPr lang="fr-FR" sz="2400" spc="-1" dirty="0">
                    <a:solidFill>
                      <a:srgbClr val="00B0F0"/>
                    </a:solidFill>
                    <a:latin typeface="Arial"/>
                  </a:rPr>
                  <a:t>U</a:t>
                </a:r>
                <a:r>
                  <a:rPr lang="fr-FR" sz="2400" spc="-1" baseline="-25000" dirty="0">
                    <a:solidFill>
                      <a:srgbClr val="00B0F0"/>
                    </a:solidFill>
                    <a:latin typeface="Arial"/>
                  </a:rPr>
                  <a:t>0 </a:t>
                </a:r>
                <a:r>
                  <a:rPr lang="fr-FR" sz="2400" spc="-1" dirty="0">
                    <a:solidFill>
                      <a:srgbClr val="00B0F0"/>
                    </a:solidFill>
                    <a:latin typeface="Arial"/>
                  </a:rPr>
                  <a:t>* </a:t>
                </a:r>
                <a:r>
                  <a:rPr lang="fr-FR" sz="2400" b="0" strike="noStrike" spc="-1" dirty="0">
                    <a:solidFill>
                      <a:srgbClr val="00B0F0"/>
                    </a:solidFill>
                    <a:latin typeface="Arial"/>
                  </a:rPr>
                  <a:t>q) </a:t>
                </a:r>
                <a:r>
                  <a:rPr lang="fr-FR" sz="2400" b="0" strike="noStrike" spc="-1" dirty="0">
                    <a:solidFill>
                      <a:srgbClr val="00B050"/>
                    </a:solidFill>
                    <a:latin typeface="Arial"/>
                  </a:rPr>
                  <a:t>+ </a:t>
                </a:r>
                <a:r>
                  <a:rPr lang="fr-FR" sz="2400" b="0" strike="noStrike" spc="-1" dirty="0">
                    <a:solidFill>
                      <a:srgbClr val="7030A0"/>
                    </a:solidFill>
                    <a:latin typeface="Arial"/>
                  </a:rPr>
                  <a:t>(</a:t>
                </a:r>
                <a:r>
                  <a:rPr lang="fr-FR" sz="2400" spc="-1" dirty="0">
                    <a:solidFill>
                      <a:srgbClr val="7030A0"/>
                    </a:solidFill>
                    <a:latin typeface="Arial"/>
                  </a:rPr>
                  <a:t>U</a:t>
                </a:r>
                <a:r>
                  <a:rPr lang="fr-FR" sz="2400" spc="-1" baseline="-25000" dirty="0">
                    <a:solidFill>
                      <a:srgbClr val="7030A0"/>
                    </a:solidFill>
                    <a:latin typeface="Arial"/>
                  </a:rPr>
                  <a:t>0 </a:t>
                </a:r>
                <a:r>
                  <a:rPr lang="fr-FR" sz="2400" spc="-1" dirty="0">
                    <a:solidFill>
                      <a:srgbClr val="7030A0"/>
                    </a:solidFill>
                    <a:latin typeface="Arial"/>
                  </a:rPr>
                  <a:t>* </a:t>
                </a:r>
                <a:r>
                  <a:rPr lang="fr-FR" sz="2400" b="0" strike="noStrike" spc="-1" dirty="0">
                    <a:solidFill>
                      <a:srgbClr val="7030A0"/>
                    </a:solidFill>
                    <a:latin typeface="Arial"/>
                  </a:rPr>
                  <a:t>q²)</a:t>
                </a:r>
                <a:r>
                  <a:rPr lang="fr-FR" sz="2400" b="0" strike="noStrike" spc="-1" dirty="0">
                    <a:solidFill>
                      <a:srgbClr val="00B050"/>
                    </a:solidFill>
                    <a:latin typeface="Arial"/>
                  </a:rPr>
                  <a:t>…. + </a:t>
                </a:r>
                <a:r>
                  <a:rPr lang="fr-FR" sz="2400" b="0" strike="noStrike" spc="-1" dirty="0">
                    <a:solidFill>
                      <a:schemeClr val="accent6">
                        <a:lumMod val="75000"/>
                      </a:schemeClr>
                    </a:solidFill>
                    <a:latin typeface="Arial"/>
                  </a:rPr>
                  <a:t>(</a:t>
                </a:r>
                <a:r>
                  <a:rPr lang="fr-FR" sz="2400" spc="-1" dirty="0">
                    <a:solidFill>
                      <a:schemeClr val="accent6">
                        <a:lumMod val="75000"/>
                      </a:schemeClr>
                    </a:solidFill>
                    <a:latin typeface="Arial"/>
                  </a:rPr>
                  <a:t>U</a:t>
                </a:r>
                <a:r>
                  <a:rPr lang="fr-FR" sz="2400" spc="-1" baseline="-25000" dirty="0">
                    <a:solidFill>
                      <a:schemeClr val="accent6">
                        <a:lumMod val="75000"/>
                      </a:schemeClr>
                    </a:solidFill>
                    <a:latin typeface="Arial"/>
                  </a:rPr>
                  <a:t>0 </a:t>
                </a:r>
                <a:r>
                  <a:rPr lang="fr-FR" sz="2400" spc="-1" dirty="0">
                    <a:solidFill>
                      <a:schemeClr val="accent6">
                        <a:lumMod val="75000"/>
                      </a:schemeClr>
                    </a:solidFill>
                    <a:latin typeface="Arial"/>
                  </a:rPr>
                  <a:t>* </a:t>
                </a:r>
                <a:r>
                  <a:rPr lang="fr-FR" sz="2400" b="0" strike="noStrike" spc="-1" dirty="0" err="1">
                    <a:solidFill>
                      <a:schemeClr val="accent6">
                        <a:lumMod val="75000"/>
                      </a:schemeClr>
                    </a:solidFill>
                    <a:latin typeface="Arial"/>
                  </a:rPr>
                  <a:t>q</a:t>
                </a:r>
                <a:r>
                  <a:rPr lang="fr-FR" sz="2400" b="0" strike="noStrike" spc="-1" baseline="30000" dirty="0" err="1">
                    <a:solidFill>
                      <a:schemeClr val="accent6">
                        <a:lumMod val="75000"/>
                      </a:schemeClr>
                    </a:solidFill>
                    <a:latin typeface="Arial"/>
                  </a:rPr>
                  <a:t>n</a:t>
                </a:r>
                <a:r>
                  <a:rPr lang="fr-FR" sz="2400" b="0" strike="noStrike" spc="-1" dirty="0">
                    <a:solidFill>
                      <a:schemeClr val="accent6">
                        <a:lumMod val="75000"/>
                      </a:schemeClr>
                    </a:solidFill>
                    <a:latin typeface="Arial"/>
                  </a:rPr>
                  <a:t>)</a:t>
                </a:r>
                <a:endParaRPr lang="fr-FR" sz="2400" spc="-1" dirty="0">
                  <a:solidFill>
                    <a:schemeClr val="accent6">
                      <a:lumMod val="75000"/>
                    </a:schemeClr>
                  </a:solidFill>
                  <a:latin typeface="Arial"/>
                </a:endParaRPr>
              </a:p>
              <a:p>
                <a:pPr marL="889200" lvl="1" indent="-324000">
                  <a:spcAft>
                    <a:spcPts val="1060"/>
                  </a:spcAft>
                  <a:buClr>
                    <a:srgbClr val="000000"/>
                  </a:buClr>
                  <a:buSzPct val="45000"/>
                  <a:buFont typeface="Wingdings" charset="2"/>
                  <a:buChar char=""/>
                </a:pPr>
                <a:r>
                  <a:rPr lang="fr-FR" sz="2400" spc="-1" dirty="0">
                    <a:solidFill>
                      <a:srgbClr val="FF0000"/>
                    </a:solidFill>
                    <a:latin typeface="Arial"/>
                  </a:rPr>
                  <a:t>q*S = </a:t>
                </a:r>
                <a:r>
                  <a:rPr lang="fr-FR" sz="2400" spc="-1" dirty="0">
                    <a:solidFill>
                      <a:srgbClr val="00B0F0"/>
                    </a:solidFill>
                    <a:latin typeface="Arial"/>
                  </a:rPr>
                  <a:t>q*U</a:t>
                </a:r>
                <a:r>
                  <a:rPr lang="fr-FR" sz="2400" spc="-1" baseline="-25000" dirty="0">
                    <a:solidFill>
                      <a:srgbClr val="00B0F0"/>
                    </a:solidFill>
                    <a:latin typeface="Arial"/>
                  </a:rPr>
                  <a:t>0</a:t>
                </a:r>
                <a:r>
                  <a:rPr lang="fr-FR" sz="2400" b="0" strike="noStrike" spc="-1" dirty="0">
                    <a:solidFill>
                      <a:srgbClr val="00B0F0"/>
                    </a:solidFill>
                    <a:latin typeface="Arial"/>
                  </a:rPr>
                  <a:t> </a:t>
                </a:r>
                <a:r>
                  <a:rPr lang="fr-FR" sz="2400" b="0" strike="noStrike" spc="-1" dirty="0">
                    <a:solidFill>
                      <a:srgbClr val="FF0000"/>
                    </a:solidFill>
                    <a:latin typeface="Arial"/>
                  </a:rPr>
                  <a:t>+ </a:t>
                </a:r>
                <a:r>
                  <a:rPr lang="fr-FR" sz="2400" b="0" strike="noStrike" spc="-1" dirty="0">
                    <a:solidFill>
                      <a:srgbClr val="7030A0"/>
                    </a:solidFill>
                    <a:latin typeface="Arial"/>
                  </a:rPr>
                  <a:t>(</a:t>
                </a:r>
                <a:r>
                  <a:rPr lang="fr-FR" sz="2400" spc="-1" dirty="0">
                    <a:solidFill>
                      <a:srgbClr val="7030A0"/>
                    </a:solidFill>
                    <a:latin typeface="Arial"/>
                  </a:rPr>
                  <a:t>U</a:t>
                </a:r>
                <a:r>
                  <a:rPr lang="fr-FR" sz="2400" spc="-1" baseline="-25000" dirty="0">
                    <a:solidFill>
                      <a:srgbClr val="7030A0"/>
                    </a:solidFill>
                    <a:latin typeface="Arial"/>
                  </a:rPr>
                  <a:t>0 </a:t>
                </a:r>
                <a:r>
                  <a:rPr lang="fr-FR" sz="2400" spc="-1" dirty="0">
                    <a:solidFill>
                      <a:srgbClr val="7030A0"/>
                    </a:solidFill>
                    <a:latin typeface="Arial"/>
                  </a:rPr>
                  <a:t>* </a:t>
                </a:r>
                <a:r>
                  <a:rPr lang="fr-FR" sz="2400" b="0" strike="noStrike" spc="-1" dirty="0">
                    <a:solidFill>
                      <a:srgbClr val="7030A0"/>
                    </a:solidFill>
                    <a:latin typeface="Arial"/>
                  </a:rPr>
                  <a:t>q²) </a:t>
                </a:r>
                <a:r>
                  <a:rPr lang="fr-FR" sz="2400" b="0" strike="noStrike" spc="-1" dirty="0">
                    <a:solidFill>
                      <a:srgbClr val="FF0000"/>
                    </a:solidFill>
                    <a:latin typeface="Arial"/>
                  </a:rPr>
                  <a:t>+ … </a:t>
                </a:r>
                <a:r>
                  <a:rPr lang="fr-FR" sz="2400" b="0" strike="noStrike" spc="-1" dirty="0">
                    <a:solidFill>
                      <a:srgbClr val="00B050"/>
                    </a:solidFill>
                    <a:latin typeface="Arial"/>
                  </a:rPr>
                  <a:t>+ </a:t>
                </a:r>
                <a:r>
                  <a:rPr lang="fr-FR" sz="2400" b="0" strike="noStrike" spc="-1" dirty="0">
                    <a:solidFill>
                      <a:schemeClr val="accent6">
                        <a:lumMod val="75000"/>
                      </a:schemeClr>
                    </a:solidFill>
                    <a:latin typeface="Arial"/>
                  </a:rPr>
                  <a:t>(</a:t>
                </a:r>
                <a:r>
                  <a:rPr lang="fr-FR" sz="2400" spc="-1" dirty="0">
                    <a:solidFill>
                      <a:schemeClr val="accent6">
                        <a:lumMod val="75000"/>
                      </a:schemeClr>
                    </a:solidFill>
                    <a:latin typeface="Arial"/>
                  </a:rPr>
                  <a:t>U</a:t>
                </a:r>
                <a:r>
                  <a:rPr lang="fr-FR" sz="2400" spc="-1" baseline="-25000" dirty="0">
                    <a:solidFill>
                      <a:schemeClr val="accent6">
                        <a:lumMod val="75000"/>
                      </a:schemeClr>
                    </a:solidFill>
                    <a:latin typeface="Arial"/>
                  </a:rPr>
                  <a:t>0 </a:t>
                </a:r>
                <a:r>
                  <a:rPr lang="fr-FR" sz="2400" spc="-1" dirty="0">
                    <a:solidFill>
                      <a:schemeClr val="accent6">
                        <a:lumMod val="75000"/>
                      </a:schemeClr>
                    </a:solidFill>
                    <a:latin typeface="Arial"/>
                  </a:rPr>
                  <a:t>* </a:t>
                </a:r>
                <a:r>
                  <a:rPr lang="fr-FR" sz="2400" b="0" strike="noStrike" spc="-1" dirty="0" err="1">
                    <a:solidFill>
                      <a:schemeClr val="accent6">
                        <a:lumMod val="75000"/>
                      </a:schemeClr>
                    </a:solidFill>
                    <a:latin typeface="Arial"/>
                  </a:rPr>
                  <a:t>q</a:t>
                </a:r>
                <a:r>
                  <a:rPr lang="fr-FR" sz="2400" b="0" strike="noStrike" spc="-1" baseline="30000" dirty="0" err="1">
                    <a:solidFill>
                      <a:schemeClr val="accent6">
                        <a:lumMod val="75000"/>
                      </a:schemeClr>
                    </a:solidFill>
                    <a:latin typeface="Arial"/>
                  </a:rPr>
                  <a:t>n</a:t>
                </a:r>
                <a:r>
                  <a:rPr lang="fr-FR" sz="2400" b="0" strike="noStrike" spc="-1" dirty="0">
                    <a:solidFill>
                      <a:schemeClr val="accent6">
                        <a:lumMod val="75000"/>
                      </a:schemeClr>
                    </a:solidFill>
                    <a:latin typeface="Arial"/>
                  </a:rPr>
                  <a:t>) </a:t>
                </a:r>
                <a:r>
                  <a:rPr lang="fr-FR" sz="2400" b="0" strike="noStrike" spc="-1" dirty="0">
                    <a:solidFill>
                      <a:srgbClr val="FF0000"/>
                    </a:solidFill>
                    <a:latin typeface="Arial"/>
                  </a:rPr>
                  <a:t>+ (</a:t>
                </a:r>
                <a:r>
                  <a:rPr lang="fr-FR" sz="2400" spc="-1" dirty="0">
                    <a:solidFill>
                      <a:srgbClr val="FF0000"/>
                    </a:solidFill>
                    <a:latin typeface="Arial"/>
                  </a:rPr>
                  <a:t>U</a:t>
                </a:r>
                <a:r>
                  <a:rPr lang="fr-FR" sz="2400" spc="-1" baseline="-25000" dirty="0">
                    <a:solidFill>
                      <a:srgbClr val="FF0000"/>
                    </a:solidFill>
                    <a:latin typeface="Arial"/>
                  </a:rPr>
                  <a:t>0 </a:t>
                </a:r>
                <a:r>
                  <a:rPr lang="fr-FR" sz="2400" spc="-1" dirty="0">
                    <a:solidFill>
                      <a:srgbClr val="FF0000"/>
                    </a:solidFill>
                    <a:latin typeface="Arial"/>
                  </a:rPr>
                  <a:t>* </a:t>
                </a:r>
                <a:r>
                  <a:rPr lang="fr-FR" sz="2400" b="0" strike="noStrike" spc="-1" dirty="0">
                    <a:solidFill>
                      <a:srgbClr val="FF0000"/>
                    </a:solidFill>
                    <a:latin typeface="Arial"/>
                  </a:rPr>
                  <a:t>q</a:t>
                </a:r>
                <a:r>
                  <a:rPr lang="fr-FR" sz="2400" b="0" strike="noStrike" spc="-1" baseline="30000" dirty="0">
                    <a:solidFill>
                      <a:srgbClr val="FF0000"/>
                    </a:solidFill>
                    <a:latin typeface="Arial"/>
                  </a:rPr>
                  <a:t>n+1</a:t>
                </a:r>
                <a:r>
                  <a:rPr lang="fr-FR" sz="2400" b="0" strike="noStrike" spc="-1" dirty="0">
                    <a:solidFill>
                      <a:srgbClr val="FF0000"/>
                    </a:solidFill>
                    <a:latin typeface="Arial"/>
                  </a:rPr>
                  <a:t>)</a:t>
                </a:r>
                <a:endParaRPr lang="fr-FR" sz="2400" spc="-1" dirty="0">
                  <a:solidFill>
                    <a:srgbClr val="FF0000"/>
                  </a:solidFill>
                  <a:latin typeface="Arial"/>
                </a:endParaRPr>
              </a:p>
              <a:p>
                <a:pPr marL="889200" lvl="1" indent="-324000">
                  <a:spcAft>
                    <a:spcPts val="1060"/>
                  </a:spcAft>
                  <a:buClr>
                    <a:srgbClr val="000000"/>
                  </a:buClr>
                  <a:buSzPct val="45000"/>
                  <a:buFont typeface="Wingdings" charset="2"/>
                  <a:buChar char=""/>
                </a:pPr>
                <a:r>
                  <a:rPr lang="fr-FR" sz="2400" spc="-1" dirty="0">
                    <a:solidFill>
                      <a:srgbClr val="376092"/>
                    </a:solidFill>
                    <a:latin typeface="Arial"/>
                  </a:rPr>
                  <a:t>S – q * S = U</a:t>
                </a:r>
                <a:r>
                  <a:rPr lang="fr-FR" sz="2400" spc="-1" baseline="-25000" dirty="0">
                    <a:solidFill>
                      <a:srgbClr val="376092"/>
                    </a:solidFill>
                    <a:latin typeface="Arial"/>
                  </a:rPr>
                  <a:t>0</a:t>
                </a:r>
                <a:r>
                  <a:rPr lang="fr-FR" sz="2400" spc="-1" dirty="0">
                    <a:solidFill>
                      <a:srgbClr val="376092"/>
                    </a:solidFill>
                    <a:latin typeface="Arial"/>
                  </a:rPr>
                  <a:t> – (U</a:t>
                </a:r>
                <a:r>
                  <a:rPr lang="fr-FR" sz="2400" spc="-1" baseline="-25000" dirty="0">
                    <a:solidFill>
                      <a:srgbClr val="376092"/>
                    </a:solidFill>
                    <a:latin typeface="Arial"/>
                  </a:rPr>
                  <a:t>0</a:t>
                </a:r>
                <a:r>
                  <a:rPr lang="fr-FR" sz="2400" spc="-1" dirty="0">
                    <a:solidFill>
                      <a:srgbClr val="376092"/>
                    </a:solidFill>
                    <a:latin typeface="Arial"/>
                  </a:rPr>
                  <a:t> * q</a:t>
                </a:r>
                <a:r>
                  <a:rPr lang="fr-FR" sz="2400" spc="-1" baseline="30000" dirty="0">
                    <a:solidFill>
                      <a:srgbClr val="376092"/>
                    </a:solidFill>
                    <a:latin typeface="Arial"/>
                  </a:rPr>
                  <a:t>n+1</a:t>
                </a:r>
                <a:r>
                  <a:rPr lang="fr-FR" sz="2400" spc="-1" dirty="0">
                    <a:solidFill>
                      <a:srgbClr val="376092"/>
                    </a:solidFill>
                    <a:latin typeface="Arial"/>
                  </a:rPr>
                  <a:t>) = U</a:t>
                </a:r>
                <a:r>
                  <a:rPr lang="fr-FR" sz="2400" spc="-1" baseline="-25000" dirty="0">
                    <a:solidFill>
                      <a:srgbClr val="376092"/>
                    </a:solidFill>
                    <a:latin typeface="Arial"/>
                  </a:rPr>
                  <a:t>0</a:t>
                </a:r>
                <a:r>
                  <a:rPr lang="fr-FR" sz="2400" spc="-1" dirty="0">
                    <a:solidFill>
                      <a:srgbClr val="376092"/>
                    </a:solidFill>
                    <a:latin typeface="Arial"/>
                  </a:rPr>
                  <a:t> * (1 - q</a:t>
                </a:r>
                <a:r>
                  <a:rPr lang="fr-FR" sz="2400" spc="-1" baseline="30000" dirty="0">
                    <a:solidFill>
                      <a:srgbClr val="376092"/>
                    </a:solidFill>
                    <a:latin typeface="Arial"/>
                  </a:rPr>
                  <a:t>n+1</a:t>
                </a:r>
                <a:r>
                  <a:rPr lang="fr-FR" sz="2400" spc="-1" dirty="0">
                    <a:solidFill>
                      <a:srgbClr val="376092"/>
                    </a:solidFill>
                    <a:latin typeface="Arial"/>
                  </a:rPr>
                  <a:t>) </a:t>
                </a:r>
              </a:p>
              <a:p>
                <a:pPr marL="432000" indent="-324000">
                  <a:spcAft>
                    <a:spcPts val="1060"/>
                  </a:spcAft>
                  <a:buClr>
                    <a:srgbClr val="000000"/>
                  </a:buClr>
                  <a:buSzPct val="45000"/>
                  <a:buFont typeface="Wingdings" charset="2"/>
                  <a:buChar char=""/>
                </a:pPr>
                <a:r>
                  <a:rPr lang="fr-FR" sz="2400" spc="-1" dirty="0">
                    <a:solidFill>
                      <a:srgbClr val="376092"/>
                    </a:solidFill>
                    <a:latin typeface="Arial"/>
                  </a:rPr>
                  <a:t>Il ne reste plus qu'à isoler S pour avoir la formule définitive :</a:t>
                </a:r>
              </a:p>
              <a:p>
                <a:pPr marL="889200" lvl="1" indent="-324000">
                  <a:spcAft>
                    <a:spcPts val="1060"/>
                  </a:spcAft>
                  <a:buClr>
                    <a:srgbClr val="000000"/>
                  </a:buClr>
                  <a:buSzPct val="45000"/>
                  <a:buFont typeface="Wingdings" charset="2"/>
                  <a:buChar char=""/>
                </a:pPr>
                <a:r>
                  <a:rPr lang="fr-FR" sz="2400" spc="-1" dirty="0">
                    <a:solidFill>
                      <a:srgbClr val="376092"/>
                    </a:solidFill>
                    <a:latin typeface="Arial"/>
                  </a:rPr>
                  <a:t>S * (1 – q) = U</a:t>
                </a:r>
                <a:r>
                  <a:rPr lang="fr-FR" sz="2400" spc="-1" baseline="-25000" dirty="0">
                    <a:solidFill>
                      <a:srgbClr val="376092"/>
                    </a:solidFill>
                    <a:latin typeface="Arial"/>
                  </a:rPr>
                  <a:t>0</a:t>
                </a:r>
                <a:r>
                  <a:rPr lang="fr-FR" sz="2400" spc="-1" dirty="0">
                    <a:solidFill>
                      <a:srgbClr val="376092"/>
                    </a:solidFill>
                    <a:latin typeface="Arial"/>
                  </a:rPr>
                  <a:t> * (1 - q</a:t>
                </a:r>
                <a:r>
                  <a:rPr lang="fr-FR" sz="2400" spc="-1" baseline="30000" dirty="0">
                    <a:solidFill>
                      <a:srgbClr val="376092"/>
                    </a:solidFill>
                    <a:latin typeface="Arial"/>
                  </a:rPr>
                  <a:t>n+1</a:t>
                </a:r>
                <a:r>
                  <a:rPr lang="fr-FR" sz="2400" spc="-1" dirty="0">
                    <a:solidFill>
                      <a:srgbClr val="376092"/>
                    </a:solidFill>
                    <a:latin typeface="Arial"/>
                  </a:rPr>
                  <a:t>) </a:t>
                </a:r>
              </a:p>
              <a:p>
                <a:pPr marL="889200" lvl="1" indent="-324000">
                  <a:spcAft>
                    <a:spcPts val="1060"/>
                  </a:spcAft>
                  <a:buClr>
                    <a:srgbClr val="000000"/>
                  </a:buClr>
                  <a:buSzPct val="45000"/>
                  <a:buFont typeface="Wingdings" charset="2"/>
                  <a:buChar char=""/>
                </a:pPr>
                <a:r>
                  <a:rPr lang="fr-FR" sz="2400" spc="-1" dirty="0">
                    <a:solidFill>
                      <a:srgbClr val="376092"/>
                    </a:solidFill>
                    <a:latin typeface="Arial"/>
                  </a:rPr>
                  <a:t>S = </a:t>
                </a:r>
                <a14:m>
                  <m:oMath xmlns:m="http://schemas.openxmlformats.org/officeDocument/2006/math">
                    <m:f>
                      <m:fPr>
                        <m:ctrlPr>
                          <a:rPr lang="fr-FR" sz="2400" i="1" spc="-1" dirty="0" smtClean="0">
                            <a:solidFill>
                              <a:srgbClr val="376092"/>
                            </a:solidFill>
                            <a:latin typeface="Cambria Math" panose="02040503050406030204" pitchFamily="18" charset="0"/>
                          </a:rPr>
                        </m:ctrlPr>
                      </m:fPr>
                      <m:num>
                        <m:r>
                          <m:rPr>
                            <m:nor/>
                          </m:rPr>
                          <a:rPr lang="fr-FR" sz="2400" spc="-1" dirty="0">
                            <a:solidFill>
                              <a:srgbClr val="376092"/>
                            </a:solidFill>
                          </a:rPr>
                          <m:t>U</m:t>
                        </m:r>
                        <m:r>
                          <m:rPr>
                            <m:nor/>
                          </m:rPr>
                          <a:rPr lang="fr-FR" sz="2400" spc="-1" baseline="-25000" dirty="0">
                            <a:solidFill>
                              <a:srgbClr val="376092"/>
                            </a:solidFill>
                          </a:rPr>
                          <m:t>0</m:t>
                        </m:r>
                        <m:r>
                          <m:rPr>
                            <m:nor/>
                          </m:rPr>
                          <a:rPr lang="fr-FR" sz="2400" spc="-1" dirty="0">
                            <a:solidFill>
                              <a:srgbClr val="376092"/>
                            </a:solidFill>
                          </a:rPr>
                          <m:t> ∗ (1 − </m:t>
                        </m:r>
                        <m:r>
                          <m:rPr>
                            <m:nor/>
                          </m:rPr>
                          <a:rPr lang="fr-FR" sz="2400" spc="-1" dirty="0">
                            <a:solidFill>
                              <a:srgbClr val="376092"/>
                            </a:solidFill>
                          </a:rPr>
                          <m:t>qn</m:t>
                        </m:r>
                        <m:r>
                          <m:rPr>
                            <m:nor/>
                          </m:rPr>
                          <a:rPr lang="fr-FR" sz="2400" spc="-1" baseline="30000" dirty="0">
                            <a:solidFill>
                              <a:srgbClr val="376092"/>
                            </a:solidFill>
                          </a:rPr>
                          <m:t>+1)</m:t>
                        </m:r>
                      </m:num>
                      <m:den>
                        <m:r>
                          <m:rPr>
                            <m:nor/>
                          </m:rPr>
                          <a:rPr lang="fr-FR" sz="2400" spc="-1" dirty="0">
                            <a:solidFill>
                              <a:srgbClr val="376092"/>
                            </a:solidFill>
                          </a:rPr>
                          <m:t>(1 – </m:t>
                        </m:r>
                        <m:r>
                          <m:rPr>
                            <m:nor/>
                          </m:rPr>
                          <a:rPr lang="fr-FR" sz="2400" spc="-1" dirty="0">
                            <a:solidFill>
                              <a:srgbClr val="376092"/>
                            </a:solidFill>
                          </a:rPr>
                          <m:t>q</m:t>
                        </m:r>
                        <m:r>
                          <m:rPr>
                            <m:nor/>
                          </m:rPr>
                          <a:rPr lang="fr-FR" sz="2400" spc="-1" dirty="0">
                            <a:solidFill>
                              <a:srgbClr val="376092"/>
                            </a:solidFill>
                          </a:rPr>
                          <m:t>)</m:t>
                        </m:r>
                      </m:den>
                    </m:f>
                  </m:oMath>
                </a14:m>
                <a:endParaRPr lang="fr-FR" sz="2400" spc="-1" dirty="0">
                  <a:solidFill>
                    <a:srgbClr val="376092"/>
                  </a:solidFill>
                  <a:latin typeface="Arial"/>
                </a:endParaRPr>
              </a:p>
              <a:p>
                <a:pPr marL="108000">
                  <a:spcAft>
                    <a:spcPts val="1060"/>
                  </a:spcAft>
                  <a:buClr>
                    <a:srgbClr val="000000"/>
                  </a:buClr>
                  <a:buSzPct val="45000"/>
                </a:pPr>
                <a:endParaRPr lang="fr-FR" sz="2400" spc="-1" dirty="0">
                  <a:solidFill>
                    <a:srgbClr val="376092"/>
                  </a:solidFill>
                  <a:latin typeface="Arial"/>
                </a:endParaRPr>
              </a:p>
              <a:p>
                <a:pPr marL="889200" lvl="1" indent="-324000">
                  <a:spcAft>
                    <a:spcPts val="1060"/>
                  </a:spcAft>
                  <a:buClr>
                    <a:srgbClr val="000000"/>
                  </a:buClr>
                  <a:buSzPct val="45000"/>
                  <a:buFont typeface="Wingdings" charset="2"/>
                  <a:buChar char=""/>
                </a:pPr>
                <a:endParaRPr lang="fr-FR" sz="2400" b="0" strike="noStrike" spc="-1" dirty="0">
                  <a:solidFill>
                    <a:srgbClr val="FF0000"/>
                  </a:solidFill>
                  <a:latin typeface="Arial"/>
                </a:endParaRPr>
              </a:p>
              <a:p>
                <a:pPr marL="889200" lvl="1" indent="-324000">
                  <a:spcAft>
                    <a:spcPts val="1060"/>
                  </a:spcAft>
                  <a:buClr>
                    <a:srgbClr val="000000"/>
                  </a:buClr>
                  <a:buSzPct val="45000"/>
                  <a:buFont typeface="Wingdings" charset="2"/>
                  <a:buChar char=""/>
                </a:pPr>
                <a:endParaRPr lang="fr-FR" sz="2400" spc="-1" dirty="0">
                  <a:solidFill>
                    <a:srgbClr val="376092"/>
                  </a:solidFill>
                  <a:latin typeface="Arial"/>
                </a:endParaRPr>
              </a:p>
              <a:p>
                <a:pPr marL="432000" indent="-324000">
                  <a:spcAft>
                    <a:spcPts val="1060"/>
                  </a:spcAft>
                  <a:buClr>
                    <a:srgbClr val="000000"/>
                  </a:buClr>
                  <a:buSzPct val="45000"/>
                  <a:buFont typeface="Wingdings" charset="2"/>
                  <a:buChar char=""/>
                </a:pPr>
                <a:endParaRPr lang="fr-FR" sz="2400" b="0" strike="noStrike" spc="-1" dirty="0">
                  <a:solidFill>
                    <a:srgbClr val="376092"/>
                  </a:solidFill>
                  <a:latin typeface="Arial"/>
                </a:endParaRPr>
              </a:p>
              <a:p>
                <a:pPr marL="432000" indent="-324000">
                  <a:spcAft>
                    <a:spcPts val="1060"/>
                  </a:spcAft>
                  <a:buClr>
                    <a:srgbClr val="000000"/>
                  </a:buClr>
                  <a:buSzPct val="45000"/>
                  <a:buFont typeface="Wingdings" charset="2"/>
                  <a:buChar char=""/>
                </a:pPr>
                <a:endParaRPr lang="fr-FR" sz="2400" b="0" strike="noStrike" spc="-1" dirty="0">
                  <a:solidFill>
                    <a:srgbClr val="376092"/>
                  </a:solidFill>
                  <a:latin typeface="Arial"/>
                </a:endParaRPr>
              </a:p>
              <a:p>
                <a:pPr marL="432000" indent="-324000">
                  <a:spcAft>
                    <a:spcPts val="1060"/>
                  </a:spcAft>
                  <a:buClr>
                    <a:srgbClr val="000000"/>
                  </a:buClr>
                  <a:buSzPct val="45000"/>
                  <a:buFont typeface="Wingdings" charset="2"/>
                  <a:buChar char=""/>
                </a:pPr>
                <a:endParaRPr lang="fr-FR" sz="2400" spc="-1" dirty="0">
                  <a:solidFill>
                    <a:srgbClr val="376092"/>
                  </a:solidFill>
                  <a:latin typeface="Arial"/>
                </a:endParaRPr>
              </a:p>
              <a:p>
                <a:pPr marL="432000" indent="-324000">
                  <a:spcAft>
                    <a:spcPts val="1060"/>
                  </a:spcAft>
                  <a:buClr>
                    <a:srgbClr val="000000"/>
                  </a:buClr>
                  <a:buSzPct val="45000"/>
                  <a:buFont typeface="Wingdings" charset="2"/>
                  <a:buChar char=""/>
                </a:pPr>
                <a:endParaRPr lang="fr-FR" sz="2400" b="0" strike="noStrike" spc="-1" dirty="0">
                  <a:solidFill>
                    <a:srgbClr val="376092"/>
                  </a:solidFill>
                  <a:latin typeface="Arial"/>
                </a:endParaRPr>
              </a:p>
              <a:p>
                <a:pPr marL="432000" indent="-324000">
                  <a:spcAft>
                    <a:spcPts val="1060"/>
                  </a:spcAft>
                  <a:buClr>
                    <a:srgbClr val="000000"/>
                  </a:buClr>
                  <a:buSzPct val="45000"/>
                  <a:buFont typeface="Wingdings" charset="2"/>
                  <a:buChar char=""/>
                </a:pPr>
                <a:endParaRPr lang="fr-FR" sz="2400" b="0" strike="noStrike" spc="-1" dirty="0">
                  <a:solidFill>
                    <a:srgbClr val="376092"/>
                  </a:solidFill>
                  <a:latin typeface="Arial"/>
                </a:endParaRPr>
              </a:p>
              <a:p>
                <a:pPr marL="432000" indent="-324000">
                  <a:spcAft>
                    <a:spcPts val="1060"/>
                  </a:spcAft>
                  <a:buClr>
                    <a:srgbClr val="000000"/>
                  </a:buClr>
                  <a:buSzPct val="45000"/>
                  <a:buFont typeface="Wingdings" charset="2"/>
                  <a:buChar char=""/>
                </a:pPr>
                <a:endParaRPr lang="fr-FR" sz="2400" b="0" strike="noStrike" spc="-1" dirty="0">
                  <a:solidFill>
                    <a:srgbClr val="376092"/>
                  </a:solidFill>
                  <a:latin typeface="Arial"/>
                </a:endParaRPr>
              </a:p>
              <a:p>
                <a:pPr marL="432000" indent="-324000" algn="r">
                  <a:spcAft>
                    <a:spcPts val="1060"/>
                  </a:spcAft>
                  <a:buClr>
                    <a:srgbClr val="000000"/>
                  </a:buClr>
                  <a:buSzPct val="45000"/>
                  <a:buFont typeface="Wingdings" charset="2"/>
                  <a:buChar char=""/>
                </a:pPr>
                <a:endParaRPr lang="fr-FR" sz="2400" b="0" strike="noStrike" spc="-1" dirty="0">
                  <a:solidFill>
                    <a:srgbClr val="376092"/>
                  </a:solidFill>
                  <a:latin typeface="Arial"/>
                </a:endParaRPr>
              </a:p>
            </p:txBody>
          </p:sp>
        </mc:Choice>
        <mc:Fallback xmlns="">
          <p:sp>
            <p:nvSpPr>
              <p:cNvPr id="140" name="TextShape 2">
                <a:extLst>
                  <a:ext uri="{FF2B5EF4-FFF2-40B4-BE49-F238E27FC236}">
                    <a16:creationId xmlns:a16="http://schemas.microsoft.com/office/drawing/2014/main" id="{DA08C5CA-26D4-28E0-AA42-7EDDB320BCC5}"/>
                  </a:ext>
                </a:extLst>
              </p:cNvPr>
              <p:cNvSpPr txBox="1">
                <a:spLocks noRot="1" noChangeAspect="1" noMove="1" noResize="1" noEditPoints="1" noAdjustHandles="1" noChangeArrowheads="1" noChangeShapeType="1" noTextEdit="1"/>
              </p:cNvSpPr>
              <p:nvPr/>
            </p:nvSpPr>
            <p:spPr>
              <a:xfrm>
                <a:off x="457200" y="1287262"/>
                <a:ext cx="8229240" cy="4838498"/>
              </a:xfrm>
              <a:prstGeom prst="rect">
                <a:avLst/>
              </a:prstGeom>
              <a:blipFill>
                <a:blip r:embed="rId2"/>
                <a:stretch>
                  <a:fillRect t="-1763" b="-5793"/>
                </a:stretch>
              </a:blipFill>
              <a:ln w="0">
                <a:noFill/>
              </a:ln>
            </p:spPr>
            <p:txBody>
              <a:bodyPr/>
              <a:lstStyle/>
              <a:p>
                <a:r>
                  <a:rPr lang="fr-FR">
                    <a:noFill/>
                  </a:rPr>
                  <a:t> </a:t>
                </a:r>
              </a:p>
            </p:txBody>
          </p:sp>
        </mc:Fallback>
      </mc:AlternateContent>
      <p:sp>
        <p:nvSpPr>
          <p:cNvPr id="139" name="TextShape 1">
            <a:extLst>
              <a:ext uri="{FF2B5EF4-FFF2-40B4-BE49-F238E27FC236}">
                <a16:creationId xmlns:a16="http://schemas.microsoft.com/office/drawing/2014/main" id="{D133E36D-6734-1978-60C1-3DCAF44BFA55}"/>
              </a:ext>
            </a:extLst>
          </p:cNvPr>
          <p:cNvSpPr txBox="1"/>
          <p:nvPr/>
        </p:nvSpPr>
        <p:spPr>
          <a:xfrm>
            <a:off x="457200" y="274680"/>
            <a:ext cx="8229240" cy="1142640"/>
          </a:xfrm>
          <a:prstGeom prst="rect">
            <a:avLst/>
          </a:prstGeom>
          <a:noFill/>
          <a:ln w="0">
            <a:noFill/>
          </a:ln>
        </p:spPr>
        <p:txBody>
          <a:bodyPr lIns="0" tIns="0" rIns="0" bIns="0">
            <a:noAutofit/>
          </a:bodyPr>
          <a:lstStyle/>
          <a:p>
            <a:r>
              <a:rPr lang="fr-FR" sz="3200" spc="-1" dirty="0">
                <a:solidFill>
                  <a:srgbClr val="376092"/>
                </a:solidFill>
                <a:latin typeface="Arial"/>
              </a:rPr>
              <a:t>Suites géométriques – somme de termes :</a:t>
            </a:r>
            <a:endParaRPr lang="en-US" sz="3200" b="0" strike="noStrike" spc="-1" dirty="0">
              <a:solidFill>
                <a:srgbClr val="376092"/>
              </a:solidFill>
              <a:latin typeface="Arial"/>
            </a:endParaRPr>
          </a:p>
        </p:txBody>
      </p:sp>
      <p:sp>
        <p:nvSpPr>
          <p:cNvPr id="3" name="AutoShape 2" descr="\mathbb {N} ">
            <a:extLst>
              <a:ext uri="{FF2B5EF4-FFF2-40B4-BE49-F238E27FC236}">
                <a16:creationId xmlns:a16="http://schemas.microsoft.com/office/drawing/2014/main" id="{88B10C23-F079-BF11-2673-8B29831C4FE3}"/>
              </a:ext>
            </a:extLst>
          </p:cNvPr>
          <p:cNvSpPr>
            <a:spLocks noChangeAspect="1" noChangeArrowheads="1"/>
          </p:cNvSpPr>
          <p:nvPr/>
        </p:nvSpPr>
        <p:spPr bwMode="auto">
          <a:xfrm>
            <a:off x="4419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fr-FR"/>
          </a:p>
        </p:txBody>
      </p:sp>
    </p:spTree>
    <p:extLst>
      <p:ext uri="{BB962C8B-B14F-4D97-AF65-F5344CB8AC3E}">
        <p14:creationId xmlns:p14="http://schemas.microsoft.com/office/powerpoint/2010/main" val="251888870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9" name="TextShape 1"/>
          <p:cNvSpPr txBox="1"/>
          <p:nvPr/>
        </p:nvSpPr>
        <p:spPr>
          <a:xfrm>
            <a:off x="457200" y="274680"/>
            <a:ext cx="8229240" cy="1142640"/>
          </a:xfrm>
          <a:prstGeom prst="rect">
            <a:avLst/>
          </a:prstGeom>
          <a:noFill/>
          <a:ln w="0">
            <a:noFill/>
          </a:ln>
        </p:spPr>
        <p:txBody>
          <a:bodyPr lIns="0" tIns="0" rIns="0" bIns="0">
            <a:noAutofit/>
          </a:bodyPr>
          <a:lstStyle/>
          <a:p>
            <a:r>
              <a:rPr lang="fr-FR" sz="3200" spc="-1" dirty="0">
                <a:solidFill>
                  <a:srgbClr val="376092"/>
                </a:solidFill>
                <a:latin typeface="Arial"/>
              </a:rPr>
              <a:t>Suites géométriques – somme de termes :</a:t>
            </a:r>
            <a:endParaRPr lang="en-US" sz="3200" b="0" strike="noStrike" spc="-1" dirty="0">
              <a:solidFill>
                <a:srgbClr val="376092"/>
              </a:solidFill>
              <a:latin typeface="Arial"/>
            </a:endParaRPr>
          </a:p>
        </p:txBody>
      </p:sp>
      <mc:AlternateContent xmlns:mc="http://schemas.openxmlformats.org/markup-compatibility/2006">
        <mc:Choice xmlns:a14="http://schemas.microsoft.com/office/drawing/2010/main" Requires="a14">
          <p:sp>
            <p:nvSpPr>
              <p:cNvPr id="140" name="TextShape 2"/>
              <p:cNvSpPr txBox="1"/>
              <p:nvPr/>
            </p:nvSpPr>
            <p:spPr>
              <a:xfrm>
                <a:off x="457200" y="1100831"/>
                <a:ext cx="8229240" cy="5024929"/>
              </a:xfrm>
              <a:prstGeom prst="rect">
                <a:avLst/>
              </a:prstGeom>
              <a:noFill/>
              <a:ln w="0">
                <a:noFill/>
              </a:ln>
            </p:spPr>
            <p:txBody>
              <a:bodyPr lIns="0" tIns="0" rIns="0" bIns="0">
                <a:noAutofit/>
              </a:bodyPr>
              <a:lstStyle/>
              <a:p>
                <a:pPr marL="432000" indent="-324000">
                  <a:spcAft>
                    <a:spcPts val="1060"/>
                  </a:spcAft>
                  <a:buClr>
                    <a:srgbClr val="000000"/>
                  </a:buClr>
                  <a:buSzPct val="45000"/>
                  <a:buFont typeface="Wingdings" charset="2"/>
                  <a:buChar char=""/>
                </a:pPr>
                <a:r>
                  <a:rPr lang="fr-FR" sz="2400" b="0" strike="noStrike" spc="-1" dirty="0">
                    <a:solidFill>
                      <a:srgbClr val="376092"/>
                    </a:solidFill>
                    <a:latin typeface="Arial"/>
                  </a:rPr>
                  <a:t>Est-ce que cette relation fonctionne toujours si la somme ne part pas de U</a:t>
                </a:r>
                <a:r>
                  <a:rPr lang="fr-FR" sz="2400" b="0" strike="noStrike" spc="-1" baseline="-25000" dirty="0">
                    <a:solidFill>
                      <a:srgbClr val="376092"/>
                    </a:solidFill>
                    <a:latin typeface="Arial"/>
                  </a:rPr>
                  <a:t>0 </a:t>
                </a:r>
                <a:r>
                  <a:rPr lang="fr-FR" sz="2400" b="0" strike="noStrike" spc="-1" dirty="0">
                    <a:solidFill>
                      <a:srgbClr val="376092"/>
                    </a:solidFill>
                    <a:latin typeface="Arial"/>
                  </a:rPr>
                  <a:t>?</a:t>
                </a:r>
              </a:p>
              <a:p>
                <a:pPr marL="889200" lvl="1" indent="-324000">
                  <a:spcAft>
                    <a:spcPts val="1060"/>
                  </a:spcAft>
                  <a:buClr>
                    <a:srgbClr val="000000"/>
                  </a:buClr>
                  <a:buSzPct val="45000"/>
                  <a:buFont typeface="Wingdings" charset="2"/>
                  <a:buChar char=""/>
                </a:pPr>
                <a:r>
                  <a:rPr lang="fr-FR" sz="2400" spc="-1" dirty="0">
                    <a:solidFill>
                      <a:srgbClr val="00B050"/>
                    </a:solidFill>
                    <a:latin typeface="Arial"/>
                  </a:rPr>
                  <a:t>S = U</a:t>
                </a:r>
                <a:r>
                  <a:rPr lang="fr-FR" sz="2400" spc="-1" baseline="-25000" dirty="0">
                    <a:solidFill>
                      <a:srgbClr val="00B050"/>
                    </a:solidFill>
                    <a:latin typeface="Arial"/>
                  </a:rPr>
                  <a:t>5</a:t>
                </a:r>
                <a:r>
                  <a:rPr lang="fr-FR" sz="2400" b="0" strike="noStrike" spc="-1" dirty="0">
                    <a:solidFill>
                      <a:srgbClr val="00B050"/>
                    </a:solidFill>
                    <a:latin typeface="Arial"/>
                  </a:rPr>
                  <a:t> + (</a:t>
                </a:r>
                <a:r>
                  <a:rPr lang="fr-FR" sz="2400" spc="-1" dirty="0">
                    <a:solidFill>
                      <a:srgbClr val="00B050"/>
                    </a:solidFill>
                    <a:latin typeface="Arial"/>
                  </a:rPr>
                  <a:t>U</a:t>
                </a:r>
                <a:r>
                  <a:rPr lang="fr-FR" sz="2400" spc="-1" baseline="-25000" dirty="0">
                    <a:solidFill>
                      <a:srgbClr val="00B050"/>
                    </a:solidFill>
                    <a:latin typeface="Arial"/>
                  </a:rPr>
                  <a:t>5 </a:t>
                </a:r>
                <a:r>
                  <a:rPr lang="fr-FR" sz="2400" spc="-1" dirty="0">
                    <a:solidFill>
                      <a:srgbClr val="00B050"/>
                    </a:solidFill>
                    <a:latin typeface="Arial"/>
                  </a:rPr>
                  <a:t>* </a:t>
                </a:r>
                <a:r>
                  <a:rPr lang="fr-FR" sz="2400" b="0" strike="noStrike" spc="-1" dirty="0">
                    <a:solidFill>
                      <a:srgbClr val="00B050"/>
                    </a:solidFill>
                    <a:latin typeface="Arial"/>
                  </a:rPr>
                  <a:t>q) + (</a:t>
                </a:r>
                <a:r>
                  <a:rPr lang="fr-FR" sz="2400" spc="-1" dirty="0">
                    <a:solidFill>
                      <a:srgbClr val="00B050"/>
                    </a:solidFill>
                    <a:latin typeface="Arial"/>
                  </a:rPr>
                  <a:t>U</a:t>
                </a:r>
                <a:r>
                  <a:rPr lang="fr-FR" sz="2400" spc="-1" baseline="-25000" dirty="0">
                    <a:solidFill>
                      <a:srgbClr val="00B050"/>
                    </a:solidFill>
                    <a:latin typeface="Arial"/>
                  </a:rPr>
                  <a:t>5 </a:t>
                </a:r>
                <a:r>
                  <a:rPr lang="fr-FR" sz="2400" spc="-1" dirty="0">
                    <a:solidFill>
                      <a:srgbClr val="00B050"/>
                    </a:solidFill>
                    <a:latin typeface="Arial"/>
                  </a:rPr>
                  <a:t>* </a:t>
                </a:r>
                <a:r>
                  <a:rPr lang="fr-FR" sz="2400" b="0" strike="noStrike" spc="-1" dirty="0">
                    <a:solidFill>
                      <a:srgbClr val="00B050"/>
                    </a:solidFill>
                    <a:latin typeface="Arial"/>
                  </a:rPr>
                  <a:t>q²)…. + (</a:t>
                </a:r>
                <a:r>
                  <a:rPr lang="fr-FR" sz="2400" spc="-1" dirty="0">
                    <a:solidFill>
                      <a:srgbClr val="00B050"/>
                    </a:solidFill>
                    <a:latin typeface="Arial"/>
                  </a:rPr>
                  <a:t>U</a:t>
                </a:r>
                <a:r>
                  <a:rPr lang="fr-FR" sz="2400" spc="-1" baseline="-25000" dirty="0">
                    <a:solidFill>
                      <a:srgbClr val="00B050"/>
                    </a:solidFill>
                    <a:latin typeface="Arial"/>
                  </a:rPr>
                  <a:t>5 </a:t>
                </a:r>
                <a:r>
                  <a:rPr lang="fr-FR" sz="2400" spc="-1" dirty="0">
                    <a:solidFill>
                      <a:srgbClr val="00B050"/>
                    </a:solidFill>
                    <a:latin typeface="Arial"/>
                  </a:rPr>
                  <a:t>* </a:t>
                </a:r>
                <a:r>
                  <a:rPr lang="fr-FR" sz="2400" b="0" strike="noStrike" spc="-1" dirty="0" err="1">
                    <a:solidFill>
                      <a:srgbClr val="00B050"/>
                    </a:solidFill>
                    <a:latin typeface="Arial"/>
                  </a:rPr>
                  <a:t>q</a:t>
                </a:r>
                <a:r>
                  <a:rPr lang="fr-FR" sz="2400" b="0" strike="noStrike" spc="-1" baseline="30000" dirty="0" err="1">
                    <a:solidFill>
                      <a:srgbClr val="00B050"/>
                    </a:solidFill>
                    <a:latin typeface="Arial"/>
                  </a:rPr>
                  <a:t>n</a:t>
                </a:r>
                <a:r>
                  <a:rPr lang="fr-FR" sz="2400" b="0" strike="noStrike" spc="-1" dirty="0">
                    <a:solidFill>
                      <a:srgbClr val="00B050"/>
                    </a:solidFill>
                    <a:latin typeface="Arial"/>
                  </a:rPr>
                  <a:t>)</a:t>
                </a:r>
                <a:endParaRPr lang="fr-FR" sz="2400" spc="-1" dirty="0">
                  <a:solidFill>
                    <a:srgbClr val="00B050"/>
                  </a:solidFill>
                  <a:latin typeface="Arial"/>
                </a:endParaRPr>
              </a:p>
              <a:p>
                <a:pPr marL="889200" lvl="1" indent="-324000">
                  <a:spcAft>
                    <a:spcPts val="1060"/>
                  </a:spcAft>
                  <a:buClr>
                    <a:srgbClr val="000000"/>
                  </a:buClr>
                  <a:buSzPct val="45000"/>
                  <a:buFont typeface="Wingdings" charset="2"/>
                  <a:buChar char=""/>
                </a:pPr>
                <a:r>
                  <a:rPr lang="fr-FR" sz="2400" spc="-1" dirty="0">
                    <a:solidFill>
                      <a:srgbClr val="376092"/>
                    </a:solidFill>
                    <a:latin typeface="Arial"/>
                  </a:rPr>
                  <a:t>S = </a:t>
                </a:r>
                <a14:m>
                  <m:oMath xmlns:m="http://schemas.openxmlformats.org/officeDocument/2006/math">
                    <m:f>
                      <m:fPr>
                        <m:ctrlPr>
                          <a:rPr lang="fr-FR" sz="2400" i="1" spc="-1" dirty="0" smtClean="0">
                            <a:solidFill>
                              <a:srgbClr val="376092"/>
                            </a:solidFill>
                            <a:latin typeface="Cambria Math" panose="02040503050406030204" pitchFamily="18" charset="0"/>
                          </a:rPr>
                        </m:ctrlPr>
                      </m:fPr>
                      <m:num>
                        <m:r>
                          <m:rPr>
                            <m:nor/>
                          </m:rPr>
                          <a:rPr lang="fr-FR" sz="2400" spc="-1" dirty="0">
                            <a:solidFill>
                              <a:srgbClr val="376092"/>
                            </a:solidFill>
                          </a:rPr>
                          <m:t>U</m:t>
                        </m:r>
                        <m:r>
                          <m:rPr>
                            <m:nor/>
                          </m:rPr>
                          <a:rPr lang="fr-FR" sz="2400" b="0" i="0" spc="-1" baseline="-25000" dirty="0" smtClean="0">
                            <a:solidFill>
                              <a:srgbClr val="376092"/>
                            </a:solidFill>
                          </a:rPr>
                          <m:t>5</m:t>
                        </m:r>
                        <m:r>
                          <m:rPr>
                            <m:nor/>
                          </m:rPr>
                          <a:rPr lang="fr-FR" sz="2400" spc="-1" dirty="0">
                            <a:solidFill>
                              <a:srgbClr val="376092"/>
                            </a:solidFill>
                          </a:rPr>
                          <m:t> ∗ (1 − </m:t>
                        </m:r>
                        <m:r>
                          <m:rPr>
                            <m:nor/>
                          </m:rPr>
                          <a:rPr lang="fr-FR" sz="2400" spc="-1" dirty="0">
                            <a:solidFill>
                              <a:srgbClr val="376092"/>
                            </a:solidFill>
                          </a:rPr>
                          <m:t>qn</m:t>
                        </m:r>
                        <m:r>
                          <m:rPr>
                            <m:nor/>
                          </m:rPr>
                          <a:rPr lang="fr-FR" sz="2400" spc="-1" baseline="30000" dirty="0">
                            <a:solidFill>
                              <a:srgbClr val="376092"/>
                            </a:solidFill>
                          </a:rPr>
                          <m:t>+1)</m:t>
                        </m:r>
                      </m:num>
                      <m:den>
                        <m:r>
                          <m:rPr>
                            <m:nor/>
                          </m:rPr>
                          <a:rPr lang="fr-FR" sz="2400" spc="-1" dirty="0">
                            <a:solidFill>
                              <a:srgbClr val="376092"/>
                            </a:solidFill>
                          </a:rPr>
                          <m:t>(1 – </m:t>
                        </m:r>
                        <m:r>
                          <m:rPr>
                            <m:nor/>
                          </m:rPr>
                          <a:rPr lang="fr-FR" sz="2400" spc="-1" dirty="0">
                            <a:solidFill>
                              <a:srgbClr val="376092"/>
                            </a:solidFill>
                          </a:rPr>
                          <m:t>q</m:t>
                        </m:r>
                        <m:r>
                          <m:rPr>
                            <m:nor/>
                          </m:rPr>
                          <a:rPr lang="fr-FR" sz="2400" spc="-1" dirty="0">
                            <a:solidFill>
                              <a:srgbClr val="376092"/>
                            </a:solidFill>
                          </a:rPr>
                          <m:t>)</m:t>
                        </m:r>
                      </m:den>
                    </m:f>
                  </m:oMath>
                </a14:m>
                <a:endParaRPr lang="fr-FR" sz="2400" spc="-1" dirty="0">
                  <a:solidFill>
                    <a:srgbClr val="376092"/>
                  </a:solidFill>
                  <a:latin typeface="Arial"/>
                </a:endParaRPr>
              </a:p>
              <a:p>
                <a:pPr marL="432000" indent="-324000">
                  <a:spcAft>
                    <a:spcPts val="1060"/>
                  </a:spcAft>
                  <a:buClr>
                    <a:srgbClr val="000000"/>
                  </a:buClr>
                  <a:buSzPct val="45000"/>
                  <a:buFont typeface="Wingdings" charset="2"/>
                  <a:buChar char=""/>
                </a:pPr>
                <a:r>
                  <a:rPr lang="fr-FR" sz="2400" spc="-1" dirty="0">
                    <a:solidFill>
                      <a:srgbClr val="376092"/>
                    </a:solidFill>
                    <a:latin typeface="Arial"/>
                  </a:rPr>
                  <a:t>n représente donc le nombre de termes dans la somme</a:t>
                </a:r>
              </a:p>
              <a:p>
                <a:pPr marL="432000" indent="-324000">
                  <a:spcAft>
                    <a:spcPts val="1060"/>
                  </a:spcAft>
                  <a:buClr>
                    <a:srgbClr val="000000"/>
                  </a:buClr>
                  <a:buSzPct val="45000"/>
                  <a:buFont typeface="Wingdings" charset="2"/>
                  <a:buChar char=""/>
                </a:pPr>
                <a:r>
                  <a:rPr lang="fr-FR" sz="2400" spc="-1" dirty="0">
                    <a:solidFill>
                      <a:srgbClr val="376092"/>
                    </a:solidFill>
                    <a:latin typeface="Arial"/>
                  </a:rPr>
                  <a:t>N</a:t>
                </a:r>
                <a:r>
                  <a:rPr lang="fr-FR" sz="2400" b="0" strike="noStrike" spc="-1" dirty="0">
                    <a:solidFill>
                      <a:srgbClr val="376092"/>
                    </a:solidFill>
                    <a:latin typeface="Arial"/>
                  </a:rPr>
                  <a:t>ous arri</a:t>
                </a:r>
                <a:r>
                  <a:rPr lang="fr-FR" sz="2400" spc="-1" dirty="0">
                    <a:solidFill>
                      <a:srgbClr val="376092"/>
                    </a:solidFill>
                    <a:latin typeface="Arial"/>
                  </a:rPr>
                  <a:t>vons à la formule générale : </a:t>
                </a:r>
              </a:p>
              <a:p>
                <a:pPr marL="889200" lvl="1" indent="-324000">
                  <a:spcAft>
                    <a:spcPts val="1060"/>
                  </a:spcAft>
                  <a:buClr>
                    <a:srgbClr val="000000"/>
                  </a:buClr>
                  <a:buSzPct val="45000"/>
                  <a:buFont typeface="Wingdings" charset="2"/>
                  <a:buChar char=""/>
                </a:pPr>
                <a:r>
                  <a:rPr lang="fr-FR" sz="2400" b="0" strike="noStrike" spc="-1" dirty="0">
                    <a:solidFill>
                      <a:srgbClr val="376092"/>
                    </a:solidFill>
                    <a:latin typeface="Arial"/>
                  </a:rPr>
                  <a:t>S = premier terme x </a:t>
                </a:r>
                <a14:m>
                  <m:oMath xmlns:m="http://schemas.openxmlformats.org/officeDocument/2006/math">
                    <m:d>
                      <m:dPr>
                        <m:ctrlPr>
                          <a:rPr lang="fr-FR" sz="2400" b="0" i="1" strike="noStrike" spc="-1" dirty="0" smtClean="0">
                            <a:solidFill>
                              <a:srgbClr val="376092"/>
                            </a:solidFill>
                            <a:latin typeface="Cambria Math" panose="02040503050406030204" pitchFamily="18" charset="0"/>
                          </a:rPr>
                        </m:ctrlPr>
                      </m:dPr>
                      <m:e>
                        <m:f>
                          <m:fPr>
                            <m:ctrlPr>
                              <a:rPr lang="fr-FR" sz="2400" b="0" i="1" strike="noStrike" spc="-1" dirty="0">
                                <a:solidFill>
                                  <a:srgbClr val="376092"/>
                                </a:solidFill>
                                <a:latin typeface="Cambria Math" panose="02040503050406030204" pitchFamily="18" charset="0"/>
                              </a:rPr>
                            </m:ctrlPr>
                          </m:fPr>
                          <m:num>
                            <m:r>
                              <a:rPr lang="fr-FR" sz="2400" b="0" strike="noStrike" spc="-1" dirty="0">
                                <a:solidFill>
                                  <a:srgbClr val="376092"/>
                                </a:solidFill>
                                <a:latin typeface="Cambria Math" panose="02040503050406030204" pitchFamily="18" charset="0"/>
                              </a:rPr>
                              <m:t>1</m:t>
                            </m:r>
                            <m:r>
                              <a:rPr lang="fr-FR" sz="2400" b="0" i="0" strike="noStrike" spc="-1" dirty="0">
                                <a:solidFill>
                                  <a:srgbClr val="376092"/>
                                </a:solidFill>
                                <a:latin typeface="Cambria Math" panose="02040503050406030204" pitchFamily="18" charset="0"/>
                              </a:rPr>
                              <m:t>−</m:t>
                            </m:r>
                            <m:sSup>
                              <m:sSupPr>
                                <m:ctrlPr>
                                  <a:rPr lang="fr-FR" sz="2400" b="0" i="1" strike="noStrike" spc="-1" dirty="0">
                                    <a:solidFill>
                                      <a:srgbClr val="376092"/>
                                    </a:solidFill>
                                    <a:latin typeface="Cambria Math" panose="02040503050406030204" pitchFamily="18" charset="0"/>
                                  </a:rPr>
                                </m:ctrlPr>
                              </m:sSupPr>
                              <m:e>
                                <m:r>
                                  <a:rPr lang="fr-FR" sz="2400" b="0" i="1" strike="noStrike" spc="-1" dirty="0">
                                    <a:solidFill>
                                      <a:srgbClr val="376092"/>
                                    </a:solidFill>
                                    <a:latin typeface="Cambria Math" panose="02040503050406030204" pitchFamily="18" charset="0"/>
                                  </a:rPr>
                                  <m:t>𝑞</m:t>
                                </m:r>
                              </m:e>
                              <m:sup>
                                <m:r>
                                  <a:rPr lang="fr-FR" sz="2400" b="0" i="1" strike="noStrike" spc="-1" dirty="0">
                                    <a:solidFill>
                                      <a:srgbClr val="376092"/>
                                    </a:solidFill>
                                    <a:latin typeface="Cambria Math" panose="02040503050406030204" pitchFamily="18" charset="0"/>
                                  </a:rPr>
                                  <m:t>𝑛</m:t>
                                </m:r>
                                <m:r>
                                  <a:rPr lang="fr-FR" sz="2400" b="0" i="1" strike="noStrike" spc="-1" dirty="0" smtClean="0">
                                    <a:solidFill>
                                      <a:srgbClr val="376092"/>
                                    </a:solidFill>
                                    <a:latin typeface="Cambria Math" panose="02040503050406030204" pitchFamily="18" charset="0"/>
                                  </a:rPr>
                                  <m:t>𝑜𝑚𝑏𝑟𝑒</m:t>
                                </m:r>
                                <m:r>
                                  <a:rPr lang="fr-FR" sz="2400" b="0" i="1" strike="noStrike" spc="-1" dirty="0" smtClean="0">
                                    <a:solidFill>
                                      <a:srgbClr val="376092"/>
                                    </a:solidFill>
                                    <a:latin typeface="Cambria Math" panose="02040503050406030204" pitchFamily="18" charset="0"/>
                                  </a:rPr>
                                  <m:t> </m:t>
                                </m:r>
                                <m:r>
                                  <a:rPr lang="fr-FR" sz="2400" b="0" i="1" strike="noStrike" spc="-1" dirty="0" smtClean="0">
                                    <a:solidFill>
                                      <a:srgbClr val="376092"/>
                                    </a:solidFill>
                                    <a:latin typeface="Cambria Math" panose="02040503050406030204" pitchFamily="18" charset="0"/>
                                  </a:rPr>
                                  <m:t>𝑑𝑒</m:t>
                                </m:r>
                                <m:r>
                                  <a:rPr lang="fr-FR" sz="2400" b="0" i="1" strike="noStrike" spc="-1" dirty="0" smtClean="0">
                                    <a:solidFill>
                                      <a:srgbClr val="376092"/>
                                    </a:solidFill>
                                    <a:latin typeface="Cambria Math" panose="02040503050406030204" pitchFamily="18" charset="0"/>
                                  </a:rPr>
                                  <m:t> </m:t>
                                </m:r>
                                <m:r>
                                  <a:rPr lang="fr-FR" sz="2400" b="0" i="1" strike="noStrike" spc="-1" dirty="0" smtClean="0">
                                    <a:solidFill>
                                      <a:srgbClr val="376092"/>
                                    </a:solidFill>
                                    <a:latin typeface="Cambria Math" panose="02040503050406030204" pitchFamily="18" charset="0"/>
                                  </a:rPr>
                                  <m:t>𝑡𝑒𝑟𝑚𝑒𝑠</m:t>
                                </m:r>
                              </m:sup>
                            </m:sSup>
                          </m:num>
                          <m:den>
                            <m:r>
                              <a:rPr lang="fr-FR" sz="2400" b="0" i="0" strike="noStrike" spc="-1" dirty="0">
                                <a:solidFill>
                                  <a:srgbClr val="376092"/>
                                </a:solidFill>
                                <a:latin typeface="Cambria Math" panose="02040503050406030204" pitchFamily="18" charset="0"/>
                              </a:rPr>
                              <m:t>1−</m:t>
                            </m:r>
                            <m:r>
                              <a:rPr lang="fr-FR" sz="2400" b="0" i="1" strike="noStrike" spc="-1" dirty="0" smtClean="0">
                                <a:solidFill>
                                  <a:srgbClr val="376092"/>
                                </a:solidFill>
                                <a:latin typeface="Cambria Math" panose="02040503050406030204" pitchFamily="18" charset="0"/>
                              </a:rPr>
                              <m:t>𝑞</m:t>
                            </m:r>
                          </m:den>
                        </m:f>
                      </m:e>
                    </m:d>
                  </m:oMath>
                </a14:m>
                <a:endParaRPr lang="fr-FR" sz="2400" b="0" strike="noStrike" spc="-1" dirty="0">
                  <a:solidFill>
                    <a:srgbClr val="376092"/>
                  </a:solidFill>
                  <a:latin typeface="Arial"/>
                </a:endParaRPr>
              </a:p>
              <a:p>
                <a:pPr marL="432000" indent="-324000">
                  <a:spcAft>
                    <a:spcPts val="1060"/>
                  </a:spcAft>
                  <a:buClr>
                    <a:srgbClr val="000000"/>
                  </a:buClr>
                  <a:buSzPct val="45000"/>
                  <a:buFont typeface="Wingdings" charset="2"/>
                  <a:buChar char=""/>
                </a:pPr>
                <a:r>
                  <a:rPr lang="fr-FR" sz="2400" spc="-1" dirty="0">
                    <a:solidFill>
                      <a:srgbClr val="376092"/>
                    </a:solidFill>
                    <a:latin typeface="Arial"/>
                  </a:rPr>
                  <a:t>Vérifions cette égalité avec un tableur.</a:t>
                </a:r>
              </a:p>
              <a:p>
                <a:pPr marL="432000" indent="-324000">
                  <a:spcAft>
                    <a:spcPts val="1060"/>
                  </a:spcAft>
                  <a:buClr>
                    <a:srgbClr val="000000"/>
                  </a:buClr>
                  <a:buSzPct val="45000"/>
                  <a:buFont typeface="Wingdings" charset="2"/>
                  <a:buChar char=""/>
                </a:pPr>
                <a:r>
                  <a:rPr lang="fr-FR" sz="2400" spc="-1" dirty="0">
                    <a:solidFill>
                      <a:srgbClr val="376092"/>
                    </a:solidFill>
                    <a:latin typeface="Arial"/>
                  </a:rPr>
                  <a:t>Cette somme ne peut être calculé si la raison est à 1.</a:t>
                </a:r>
              </a:p>
              <a:p>
                <a:pPr marL="108000">
                  <a:spcAft>
                    <a:spcPts val="1060"/>
                  </a:spcAft>
                  <a:buClr>
                    <a:srgbClr val="000000"/>
                  </a:buClr>
                  <a:buSzPct val="45000"/>
                </a:pPr>
                <a:endParaRPr lang="fr-FR" sz="2400" spc="-1" dirty="0">
                  <a:solidFill>
                    <a:srgbClr val="376092"/>
                  </a:solidFill>
                  <a:latin typeface="Arial"/>
                </a:endParaRPr>
              </a:p>
              <a:p>
                <a:pPr marL="108000">
                  <a:spcAft>
                    <a:spcPts val="1060"/>
                  </a:spcAft>
                  <a:buClr>
                    <a:srgbClr val="000000"/>
                  </a:buClr>
                  <a:buSzPct val="45000"/>
                </a:pPr>
                <a:endParaRPr lang="fr-FR" sz="2400" spc="-1" dirty="0">
                  <a:solidFill>
                    <a:srgbClr val="376092"/>
                  </a:solidFill>
                  <a:latin typeface="Arial"/>
                </a:endParaRPr>
              </a:p>
              <a:p>
                <a:pPr marL="889200" lvl="1" indent="-324000">
                  <a:spcAft>
                    <a:spcPts val="1060"/>
                  </a:spcAft>
                  <a:buClr>
                    <a:srgbClr val="000000"/>
                  </a:buClr>
                  <a:buSzPct val="45000"/>
                  <a:buFont typeface="Wingdings" charset="2"/>
                  <a:buChar char=""/>
                </a:pPr>
                <a:endParaRPr lang="fr-FR" sz="2400" b="0" strike="noStrike" spc="-1" dirty="0">
                  <a:solidFill>
                    <a:srgbClr val="FF0000"/>
                  </a:solidFill>
                  <a:latin typeface="Arial"/>
                </a:endParaRPr>
              </a:p>
              <a:p>
                <a:pPr marL="889200" lvl="1" indent="-324000">
                  <a:spcAft>
                    <a:spcPts val="1060"/>
                  </a:spcAft>
                  <a:buClr>
                    <a:srgbClr val="000000"/>
                  </a:buClr>
                  <a:buSzPct val="45000"/>
                  <a:buFont typeface="Wingdings" charset="2"/>
                  <a:buChar char=""/>
                </a:pPr>
                <a:endParaRPr lang="fr-FR" sz="2400" spc="-1" dirty="0">
                  <a:solidFill>
                    <a:srgbClr val="376092"/>
                  </a:solidFill>
                  <a:latin typeface="Arial"/>
                </a:endParaRPr>
              </a:p>
              <a:p>
                <a:pPr marL="432000" indent="-324000">
                  <a:spcAft>
                    <a:spcPts val="1060"/>
                  </a:spcAft>
                  <a:buClr>
                    <a:srgbClr val="000000"/>
                  </a:buClr>
                  <a:buSzPct val="45000"/>
                  <a:buFont typeface="Wingdings" charset="2"/>
                  <a:buChar char=""/>
                </a:pPr>
                <a:endParaRPr lang="fr-FR" sz="2400" b="0" strike="noStrike" spc="-1" dirty="0">
                  <a:solidFill>
                    <a:srgbClr val="376092"/>
                  </a:solidFill>
                  <a:latin typeface="Arial"/>
                </a:endParaRPr>
              </a:p>
              <a:p>
                <a:pPr marL="432000" indent="-324000">
                  <a:spcAft>
                    <a:spcPts val="1060"/>
                  </a:spcAft>
                  <a:buClr>
                    <a:srgbClr val="000000"/>
                  </a:buClr>
                  <a:buSzPct val="45000"/>
                  <a:buFont typeface="Wingdings" charset="2"/>
                  <a:buChar char=""/>
                </a:pPr>
                <a:endParaRPr lang="fr-FR" sz="2400" b="0" strike="noStrike" spc="-1" dirty="0">
                  <a:solidFill>
                    <a:srgbClr val="376092"/>
                  </a:solidFill>
                  <a:latin typeface="Arial"/>
                </a:endParaRPr>
              </a:p>
              <a:p>
                <a:pPr marL="432000" indent="-324000">
                  <a:spcAft>
                    <a:spcPts val="1060"/>
                  </a:spcAft>
                  <a:buClr>
                    <a:srgbClr val="000000"/>
                  </a:buClr>
                  <a:buSzPct val="45000"/>
                  <a:buFont typeface="Wingdings" charset="2"/>
                  <a:buChar char=""/>
                </a:pPr>
                <a:endParaRPr lang="fr-FR" sz="2400" spc="-1" dirty="0">
                  <a:solidFill>
                    <a:srgbClr val="376092"/>
                  </a:solidFill>
                  <a:latin typeface="Arial"/>
                </a:endParaRPr>
              </a:p>
              <a:p>
                <a:pPr marL="432000" indent="-324000">
                  <a:spcAft>
                    <a:spcPts val="1060"/>
                  </a:spcAft>
                  <a:buClr>
                    <a:srgbClr val="000000"/>
                  </a:buClr>
                  <a:buSzPct val="45000"/>
                  <a:buFont typeface="Wingdings" charset="2"/>
                  <a:buChar char=""/>
                </a:pPr>
                <a:endParaRPr lang="fr-FR" sz="2400" b="0" strike="noStrike" spc="-1" dirty="0">
                  <a:solidFill>
                    <a:srgbClr val="376092"/>
                  </a:solidFill>
                  <a:latin typeface="Arial"/>
                </a:endParaRPr>
              </a:p>
              <a:p>
                <a:pPr marL="432000" indent="-324000">
                  <a:spcAft>
                    <a:spcPts val="1060"/>
                  </a:spcAft>
                  <a:buClr>
                    <a:srgbClr val="000000"/>
                  </a:buClr>
                  <a:buSzPct val="45000"/>
                  <a:buFont typeface="Wingdings" charset="2"/>
                  <a:buChar char=""/>
                </a:pPr>
                <a:endParaRPr lang="fr-FR" sz="2400" b="0" strike="noStrike" spc="-1" dirty="0">
                  <a:solidFill>
                    <a:srgbClr val="376092"/>
                  </a:solidFill>
                  <a:latin typeface="Arial"/>
                </a:endParaRPr>
              </a:p>
              <a:p>
                <a:pPr marL="432000" indent="-324000">
                  <a:spcAft>
                    <a:spcPts val="1060"/>
                  </a:spcAft>
                  <a:buClr>
                    <a:srgbClr val="000000"/>
                  </a:buClr>
                  <a:buSzPct val="45000"/>
                  <a:buFont typeface="Wingdings" charset="2"/>
                  <a:buChar char=""/>
                </a:pPr>
                <a:endParaRPr lang="fr-FR" sz="2400" b="0" strike="noStrike" spc="-1" dirty="0">
                  <a:solidFill>
                    <a:srgbClr val="376092"/>
                  </a:solidFill>
                  <a:latin typeface="Arial"/>
                </a:endParaRPr>
              </a:p>
              <a:p>
                <a:pPr marL="432000" indent="-324000" algn="r">
                  <a:spcAft>
                    <a:spcPts val="1060"/>
                  </a:spcAft>
                  <a:buClr>
                    <a:srgbClr val="000000"/>
                  </a:buClr>
                  <a:buSzPct val="45000"/>
                  <a:buFont typeface="Wingdings" charset="2"/>
                  <a:buChar char=""/>
                </a:pPr>
                <a:endParaRPr lang="fr-FR" sz="2400" b="0" strike="noStrike" spc="-1" dirty="0">
                  <a:solidFill>
                    <a:srgbClr val="376092"/>
                  </a:solidFill>
                  <a:latin typeface="Arial"/>
                </a:endParaRPr>
              </a:p>
            </p:txBody>
          </p:sp>
        </mc:Choice>
        <mc:Fallback>
          <p:sp>
            <p:nvSpPr>
              <p:cNvPr id="140" name="TextShape 2"/>
              <p:cNvSpPr txBox="1">
                <a:spLocks noRot="1" noChangeAspect="1" noMove="1" noResize="1" noEditPoints="1" noAdjustHandles="1" noChangeArrowheads="1" noChangeShapeType="1" noTextEdit="1"/>
              </p:cNvSpPr>
              <p:nvPr/>
            </p:nvSpPr>
            <p:spPr>
              <a:xfrm>
                <a:off x="457200" y="1100831"/>
                <a:ext cx="8229240" cy="5024929"/>
              </a:xfrm>
              <a:prstGeom prst="rect">
                <a:avLst/>
              </a:prstGeom>
              <a:blipFill>
                <a:blip r:embed="rId2"/>
                <a:stretch>
                  <a:fillRect t="-1820" r="-1481" b="-485"/>
                </a:stretch>
              </a:blipFill>
              <a:ln w="0">
                <a:noFill/>
              </a:ln>
            </p:spPr>
            <p:txBody>
              <a:bodyPr/>
              <a:lstStyle/>
              <a:p>
                <a:r>
                  <a:rPr lang="fr-FR">
                    <a:noFill/>
                  </a:rPr>
                  <a:t> </a:t>
                </a:r>
              </a:p>
            </p:txBody>
          </p:sp>
        </mc:Fallback>
      </mc:AlternateContent>
      <p:sp>
        <p:nvSpPr>
          <p:cNvPr id="3" name="AutoShape 2" descr="\mathbb {N} ">
            <a:extLst>
              <a:ext uri="{FF2B5EF4-FFF2-40B4-BE49-F238E27FC236}">
                <a16:creationId xmlns:a16="http://schemas.microsoft.com/office/drawing/2014/main" id="{5683ECBD-29C6-41B0-A0CC-C50D1395AF63}"/>
              </a:ext>
            </a:extLst>
          </p:cNvPr>
          <p:cNvSpPr>
            <a:spLocks noChangeAspect="1" noChangeArrowheads="1"/>
          </p:cNvSpPr>
          <p:nvPr/>
        </p:nvSpPr>
        <p:spPr bwMode="auto">
          <a:xfrm>
            <a:off x="4419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fr-FR"/>
          </a:p>
        </p:txBody>
      </p:sp>
    </p:spTree>
    <p:extLst>
      <p:ext uri="{BB962C8B-B14F-4D97-AF65-F5344CB8AC3E}">
        <p14:creationId xmlns:p14="http://schemas.microsoft.com/office/powerpoint/2010/main" val="158327698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521B952-E22D-F563-B14C-A8DB69568362}"/>
            </a:ext>
          </a:extLst>
        </p:cNvPr>
        <p:cNvGrpSpPr/>
        <p:nvPr/>
      </p:nvGrpSpPr>
      <p:grpSpPr>
        <a:xfrm>
          <a:off x="0" y="0"/>
          <a:ext cx="0" cy="0"/>
          <a:chOff x="0" y="0"/>
          <a:chExt cx="0" cy="0"/>
        </a:xfrm>
      </p:grpSpPr>
      <p:sp>
        <p:nvSpPr>
          <p:cNvPr id="139" name="TextShape 1">
            <a:extLst>
              <a:ext uri="{FF2B5EF4-FFF2-40B4-BE49-F238E27FC236}">
                <a16:creationId xmlns:a16="http://schemas.microsoft.com/office/drawing/2014/main" id="{9A049B4C-6D83-4064-A392-C12B568E9EB0}"/>
              </a:ext>
            </a:extLst>
          </p:cNvPr>
          <p:cNvSpPr txBox="1"/>
          <p:nvPr/>
        </p:nvSpPr>
        <p:spPr>
          <a:xfrm>
            <a:off x="457200" y="274680"/>
            <a:ext cx="8229240" cy="1142640"/>
          </a:xfrm>
          <a:prstGeom prst="rect">
            <a:avLst/>
          </a:prstGeom>
          <a:noFill/>
          <a:ln w="0">
            <a:noFill/>
          </a:ln>
        </p:spPr>
        <p:txBody>
          <a:bodyPr lIns="0" tIns="0" rIns="0" bIns="0">
            <a:noAutofit/>
          </a:bodyPr>
          <a:lstStyle/>
          <a:p>
            <a:r>
              <a:rPr lang="fr-FR" sz="3200" spc="-1" dirty="0">
                <a:solidFill>
                  <a:srgbClr val="376092"/>
                </a:solidFill>
                <a:latin typeface="Arial"/>
              </a:rPr>
              <a:t>Suites géométrique – exercices :</a:t>
            </a:r>
            <a:endParaRPr lang="en-US" sz="3200" b="0" strike="noStrike" spc="-1" dirty="0">
              <a:solidFill>
                <a:srgbClr val="376092"/>
              </a:solidFill>
              <a:latin typeface="Arial"/>
            </a:endParaRPr>
          </a:p>
        </p:txBody>
      </p:sp>
      <p:sp>
        <p:nvSpPr>
          <p:cNvPr id="140" name="TextShape 2">
            <a:extLst>
              <a:ext uri="{FF2B5EF4-FFF2-40B4-BE49-F238E27FC236}">
                <a16:creationId xmlns:a16="http://schemas.microsoft.com/office/drawing/2014/main" id="{AECC3E04-E597-AA2B-2AE0-B24356E2CB44}"/>
              </a:ext>
            </a:extLst>
          </p:cNvPr>
          <p:cNvSpPr txBox="1"/>
          <p:nvPr/>
        </p:nvSpPr>
        <p:spPr>
          <a:xfrm>
            <a:off x="457200" y="1287262"/>
            <a:ext cx="8229240" cy="4838498"/>
          </a:xfrm>
          <a:prstGeom prst="rect">
            <a:avLst/>
          </a:prstGeom>
          <a:noFill/>
          <a:ln w="0">
            <a:noFill/>
          </a:ln>
        </p:spPr>
        <p:txBody>
          <a:bodyPr lIns="0" tIns="0" rIns="0" bIns="0">
            <a:noAutofit/>
          </a:bodyPr>
          <a:lstStyle/>
          <a:p>
            <a:pPr marL="432000" indent="-324000">
              <a:spcAft>
                <a:spcPts val="1060"/>
              </a:spcAft>
              <a:buClr>
                <a:srgbClr val="000000"/>
              </a:buClr>
              <a:buSzPct val="45000"/>
              <a:buFont typeface="Wingdings" charset="2"/>
              <a:buChar char=""/>
            </a:pPr>
            <a:r>
              <a:rPr lang="fr-FR" sz="2400" spc="-1" dirty="0">
                <a:solidFill>
                  <a:srgbClr val="376092"/>
                </a:solidFill>
                <a:latin typeface="Arial"/>
              </a:rPr>
              <a:t>Soit la suite U</a:t>
            </a:r>
            <a:r>
              <a:rPr lang="fr-FR" sz="2400" spc="-1" baseline="-25000" dirty="0">
                <a:solidFill>
                  <a:srgbClr val="376092"/>
                </a:solidFill>
                <a:latin typeface="Arial"/>
              </a:rPr>
              <a:t>n </a:t>
            </a:r>
            <a:r>
              <a:rPr lang="fr-FR" sz="2400" spc="-1" dirty="0">
                <a:solidFill>
                  <a:srgbClr val="376092"/>
                </a:solidFill>
                <a:latin typeface="Arial"/>
              </a:rPr>
              <a:t> de premier terme U</a:t>
            </a:r>
            <a:r>
              <a:rPr lang="fr-FR" sz="2400" spc="-1" baseline="-25000" dirty="0">
                <a:solidFill>
                  <a:srgbClr val="376092"/>
                </a:solidFill>
                <a:latin typeface="Arial"/>
              </a:rPr>
              <a:t>0</a:t>
            </a:r>
            <a:r>
              <a:rPr lang="fr-FR" sz="2400" spc="-1" dirty="0">
                <a:solidFill>
                  <a:srgbClr val="376092"/>
                </a:solidFill>
                <a:latin typeface="Arial"/>
              </a:rPr>
              <a:t> = 5 et de raison 2 :</a:t>
            </a:r>
          </a:p>
          <a:p>
            <a:pPr marL="889200" lvl="1" indent="-324000">
              <a:spcAft>
                <a:spcPts val="1060"/>
              </a:spcAft>
              <a:buClr>
                <a:srgbClr val="000000"/>
              </a:buClr>
              <a:buSzPct val="45000"/>
              <a:buFont typeface="Wingdings" charset="2"/>
              <a:buChar char=""/>
            </a:pPr>
            <a:r>
              <a:rPr lang="fr-FR" sz="2400" spc="-1" dirty="0">
                <a:solidFill>
                  <a:srgbClr val="376092"/>
                </a:solidFill>
                <a:latin typeface="Arial"/>
              </a:rPr>
              <a:t>Calculer la somme des termes U</a:t>
            </a:r>
            <a:r>
              <a:rPr lang="fr-FR" sz="2400" spc="-1" baseline="-25000" dirty="0">
                <a:solidFill>
                  <a:srgbClr val="376092"/>
                </a:solidFill>
                <a:latin typeface="Arial"/>
              </a:rPr>
              <a:t>0</a:t>
            </a:r>
            <a:r>
              <a:rPr lang="fr-FR" sz="2400" spc="-1" dirty="0">
                <a:solidFill>
                  <a:srgbClr val="376092"/>
                </a:solidFill>
                <a:latin typeface="Arial"/>
              </a:rPr>
              <a:t> à U</a:t>
            </a:r>
            <a:r>
              <a:rPr lang="fr-FR" sz="2400" spc="-1" baseline="-25000" dirty="0">
                <a:solidFill>
                  <a:srgbClr val="376092"/>
                </a:solidFill>
                <a:latin typeface="Arial"/>
              </a:rPr>
              <a:t>15</a:t>
            </a:r>
            <a:r>
              <a:rPr lang="fr-FR" sz="2400" spc="-1" dirty="0">
                <a:solidFill>
                  <a:srgbClr val="376092"/>
                </a:solidFill>
                <a:latin typeface="Arial"/>
              </a:rPr>
              <a:t> et vérifier avec un tableur</a:t>
            </a:r>
          </a:p>
          <a:p>
            <a:pPr marL="889200" lvl="1" indent="-324000">
              <a:spcAft>
                <a:spcPts val="1060"/>
              </a:spcAft>
              <a:buClr>
                <a:srgbClr val="000000"/>
              </a:buClr>
              <a:buSzPct val="45000"/>
              <a:buFont typeface="Wingdings" charset="2"/>
              <a:buChar char=""/>
            </a:pPr>
            <a:r>
              <a:rPr lang="fr-FR" sz="2400" spc="-1" dirty="0">
                <a:solidFill>
                  <a:srgbClr val="376092"/>
                </a:solidFill>
                <a:latin typeface="Arial"/>
              </a:rPr>
              <a:t>Calculer la somme des termes U</a:t>
            </a:r>
            <a:r>
              <a:rPr lang="fr-FR" sz="2400" spc="-1" baseline="-25000" dirty="0">
                <a:solidFill>
                  <a:srgbClr val="376092"/>
                </a:solidFill>
                <a:latin typeface="Arial"/>
              </a:rPr>
              <a:t>16</a:t>
            </a:r>
            <a:r>
              <a:rPr lang="fr-FR" sz="2400" spc="-1" dirty="0">
                <a:solidFill>
                  <a:srgbClr val="376092"/>
                </a:solidFill>
                <a:latin typeface="Arial"/>
              </a:rPr>
              <a:t> à U</a:t>
            </a:r>
            <a:r>
              <a:rPr lang="fr-FR" sz="2400" spc="-1" baseline="-25000" dirty="0">
                <a:solidFill>
                  <a:srgbClr val="376092"/>
                </a:solidFill>
                <a:latin typeface="Arial"/>
              </a:rPr>
              <a:t>30</a:t>
            </a:r>
            <a:r>
              <a:rPr lang="fr-FR" sz="2400" spc="-1" dirty="0">
                <a:solidFill>
                  <a:srgbClr val="376092"/>
                </a:solidFill>
                <a:latin typeface="Arial"/>
              </a:rPr>
              <a:t> et vérifier avec un tableur</a:t>
            </a:r>
          </a:p>
          <a:p>
            <a:pPr marL="432000" indent="-324000">
              <a:spcAft>
                <a:spcPts val="1060"/>
              </a:spcAft>
              <a:buClr>
                <a:srgbClr val="000000"/>
              </a:buClr>
              <a:buSzPct val="45000"/>
              <a:buFont typeface="Wingdings" charset="2"/>
              <a:buChar char=""/>
            </a:pPr>
            <a:r>
              <a:rPr lang="fr-FR" sz="2400" spc="-1" dirty="0">
                <a:solidFill>
                  <a:srgbClr val="376092"/>
                </a:solidFill>
                <a:latin typeface="Arial"/>
              </a:rPr>
              <a:t>Une mine d'or a extrait 1 tonne lors de sa première année mais les chaque année suivante elle a extrait les ¾ du poids de l'année précédente</a:t>
            </a:r>
          </a:p>
          <a:p>
            <a:pPr marL="889200" lvl="1" indent="-324000">
              <a:spcAft>
                <a:spcPts val="1060"/>
              </a:spcAft>
              <a:buClr>
                <a:srgbClr val="000000"/>
              </a:buClr>
              <a:buSzPct val="45000"/>
              <a:buFont typeface="Wingdings" charset="2"/>
              <a:buChar char=""/>
            </a:pPr>
            <a:r>
              <a:rPr lang="fr-FR" sz="2400" spc="-1" dirty="0">
                <a:solidFill>
                  <a:srgbClr val="376092"/>
                </a:solidFill>
                <a:latin typeface="Arial"/>
              </a:rPr>
              <a:t>Quelle quantité d'or a été extraite 10 ans après la première année ?</a:t>
            </a:r>
          </a:p>
          <a:p>
            <a:pPr marL="889200" lvl="1" indent="-324000">
              <a:spcAft>
                <a:spcPts val="1060"/>
              </a:spcAft>
              <a:buClr>
                <a:srgbClr val="000000"/>
              </a:buClr>
              <a:buSzPct val="45000"/>
              <a:buFont typeface="Wingdings" charset="2"/>
              <a:buChar char=""/>
            </a:pPr>
            <a:r>
              <a:rPr lang="fr-FR" sz="2400" spc="-1" dirty="0">
                <a:solidFill>
                  <a:srgbClr val="376092"/>
                </a:solidFill>
                <a:latin typeface="Arial"/>
              </a:rPr>
              <a:t>Quelle quantité d'or a été extraite sur les 10 premières années d'exploitation ? (avec la formule et avec Excel)</a:t>
            </a:r>
          </a:p>
          <a:p>
            <a:pPr marL="889200" lvl="1" indent="-324000">
              <a:spcAft>
                <a:spcPts val="1060"/>
              </a:spcAft>
              <a:buClr>
                <a:srgbClr val="000000"/>
              </a:buClr>
              <a:buSzPct val="45000"/>
              <a:buFont typeface="Wingdings" charset="2"/>
              <a:buChar char=""/>
            </a:pPr>
            <a:endParaRPr lang="fr-FR" sz="2400" spc="-1" dirty="0">
              <a:solidFill>
                <a:srgbClr val="376092"/>
              </a:solidFill>
              <a:latin typeface="Arial"/>
            </a:endParaRPr>
          </a:p>
          <a:p>
            <a:pPr marL="889200" lvl="1" indent="-324000">
              <a:spcAft>
                <a:spcPts val="1060"/>
              </a:spcAft>
              <a:buClr>
                <a:srgbClr val="000000"/>
              </a:buClr>
              <a:buSzPct val="45000"/>
              <a:buFont typeface="Wingdings" charset="2"/>
              <a:buChar char=""/>
            </a:pPr>
            <a:endParaRPr lang="fr-FR" sz="2400" spc="-1" dirty="0">
              <a:solidFill>
                <a:srgbClr val="376092"/>
              </a:solidFill>
              <a:latin typeface="Arial"/>
            </a:endParaRPr>
          </a:p>
          <a:p>
            <a:pPr marL="108000">
              <a:spcAft>
                <a:spcPts val="1060"/>
              </a:spcAft>
              <a:buClr>
                <a:srgbClr val="000000"/>
              </a:buClr>
              <a:buSzPct val="45000"/>
            </a:pPr>
            <a:endParaRPr lang="fr-FR" sz="2400" spc="-1" dirty="0">
              <a:solidFill>
                <a:srgbClr val="376092"/>
              </a:solidFill>
              <a:latin typeface="Arial"/>
            </a:endParaRPr>
          </a:p>
          <a:p>
            <a:pPr marL="889200" lvl="1" indent="-324000">
              <a:spcAft>
                <a:spcPts val="1060"/>
              </a:spcAft>
              <a:buClr>
                <a:srgbClr val="000000"/>
              </a:buClr>
              <a:buSzPct val="45000"/>
              <a:buFont typeface="Wingdings" charset="2"/>
              <a:buChar char=""/>
            </a:pPr>
            <a:endParaRPr lang="fr-FR" sz="2400" b="0" strike="noStrike" spc="-1" dirty="0">
              <a:solidFill>
                <a:srgbClr val="FF0000"/>
              </a:solidFill>
              <a:latin typeface="Arial"/>
            </a:endParaRPr>
          </a:p>
          <a:p>
            <a:pPr marL="889200" lvl="1" indent="-324000">
              <a:spcAft>
                <a:spcPts val="1060"/>
              </a:spcAft>
              <a:buClr>
                <a:srgbClr val="000000"/>
              </a:buClr>
              <a:buSzPct val="45000"/>
              <a:buFont typeface="Wingdings" charset="2"/>
              <a:buChar char=""/>
            </a:pPr>
            <a:endParaRPr lang="fr-FR" sz="2400" spc="-1" dirty="0">
              <a:solidFill>
                <a:srgbClr val="376092"/>
              </a:solidFill>
              <a:latin typeface="Arial"/>
            </a:endParaRPr>
          </a:p>
          <a:p>
            <a:pPr marL="432000" indent="-324000">
              <a:spcAft>
                <a:spcPts val="1060"/>
              </a:spcAft>
              <a:buClr>
                <a:srgbClr val="000000"/>
              </a:buClr>
              <a:buSzPct val="45000"/>
              <a:buFont typeface="Wingdings" charset="2"/>
              <a:buChar char=""/>
            </a:pPr>
            <a:endParaRPr lang="fr-FR" sz="2400" b="0" strike="noStrike" spc="-1" dirty="0">
              <a:solidFill>
                <a:srgbClr val="376092"/>
              </a:solidFill>
              <a:latin typeface="Arial"/>
            </a:endParaRPr>
          </a:p>
          <a:p>
            <a:pPr marL="432000" indent="-324000">
              <a:spcAft>
                <a:spcPts val="1060"/>
              </a:spcAft>
              <a:buClr>
                <a:srgbClr val="000000"/>
              </a:buClr>
              <a:buSzPct val="45000"/>
              <a:buFont typeface="Wingdings" charset="2"/>
              <a:buChar char=""/>
            </a:pPr>
            <a:endParaRPr lang="fr-FR" sz="2400" b="0" strike="noStrike" spc="-1" dirty="0">
              <a:solidFill>
                <a:srgbClr val="376092"/>
              </a:solidFill>
              <a:latin typeface="Arial"/>
            </a:endParaRPr>
          </a:p>
          <a:p>
            <a:pPr marL="432000" indent="-324000">
              <a:spcAft>
                <a:spcPts val="1060"/>
              </a:spcAft>
              <a:buClr>
                <a:srgbClr val="000000"/>
              </a:buClr>
              <a:buSzPct val="45000"/>
              <a:buFont typeface="Wingdings" charset="2"/>
              <a:buChar char=""/>
            </a:pPr>
            <a:endParaRPr lang="fr-FR" sz="2400" spc="-1" dirty="0">
              <a:solidFill>
                <a:srgbClr val="376092"/>
              </a:solidFill>
              <a:latin typeface="Arial"/>
            </a:endParaRPr>
          </a:p>
          <a:p>
            <a:pPr marL="432000" indent="-324000">
              <a:spcAft>
                <a:spcPts val="1060"/>
              </a:spcAft>
              <a:buClr>
                <a:srgbClr val="000000"/>
              </a:buClr>
              <a:buSzPct val="45000"/>
              <a:buFont typeface="Wingdings" charset="2"/>
              <a:buChar char=""/>
            </a:pPr>
            <a:endParaRPr lang="fr-FR" sz="2400" b="0" strike="noStrike" spc="-1" dirty="0">
              <a:solidFill>
                <a:srgbClr val="376092"/>
              </a:solidFill>
              <a:latin typeface="Arial"/>
            </a:endParaRPr>
          </a:p>
          <a:p>
            <a:pPr marL="432000" indent="-324000">
              <a:spcAft>
                <a:spcPts val="1060"/>
              </a:spcAft>
              <a:buClr>
                <a:srgbClr val="000000"/>
              </a:buClr>
              <a:buSzPct val="45000"/>
              <a:buFont typeface="Wingdings" charset="2"/>
              <a:buChar char=""/>
            </a:pPr>
            <a:endParaRPr lang="fr-FR" sz="2400" b="0" strike="noStrike" spc="-1" dirty="0">
              <a:solidFill>
                <a:srgbClr val="376092"/>
              </a:solidFill>
              <a:latin typeface="Arial"/>
            </a:endParaRPr>
          </a:p>
          <a:p>
            <a:pPr marL="432000" indent="-324000">
              <a:spcAft>
                <a:spcPts val="1060"/>
              </a:spcAft>
              <a:buClr>
                <a:srgbClr val="000000"/>
              </a:buClr>
              <a:buSzPct val="45000"/>
              <a:buFont typeface="Wingdings" charset="2"/>
              <a:buChar char=""/>
            </a:pPr>
            <a:endParaRPr lang="fr-FR" sz="2400" b="0" strike="noStrike" spc="-1" dirty="0">
              <a:solidFill>
                <a:srgbClr val="376092"/>
              </a:solidFill>
              <a:latin typeface="Arial"/>
            </a:endParaRPr>
          </a:p>
          <a:p>
            <a:pPr marL="432000" indent="-324000" algn="r">
              <a:spcAft>
                <a:spcPts val="1060"/>
              </a:spcAft>
              <a:buClr>
                <a:srgbClr val="000000"/>
              </a:buClr>
              <a:buSzPct val="45000"/>
              <a:buFont typeface="Wingdings" charset="2"/>
              <a:buChar char=""/>
            </a:pPr>
            <a:endParaRPr lang="fr-FR" sz="2400" b="0" strike="noStrike" spc="-1" dirty="0">
              <a:solidFill>
                <a:srgbClr val="376092"/>
              </a:solidFill>
              <a:latin typeface="Arial"/>
            </a:endParaRPr>
          </a:p>
        </p:txBody>
      </p:sp>
      <p:sp>
        <p:nvSpPr>
          <p:cNvPr id="3" name="AutoShape 2" descr="\mathbb {N} ">
            <a:extLst>
              <a:ext uri="{FF2B5EF4-FFF2-40B4-BE49-F238E27FC236}">
                <a16:creationId xmlns:a16="http://schemas.microsoft.com/office/drawing/2014/main" id="{47C34646-FD41-7650-401C-7A92CA6B3F92}"/>
              </a:ext>
            </a:extLst>
          </p:cNvPr>
          <p:cNvSpPr>
            <a:spLocks noChangeAspect="1" noChangeArrowheads="1"/>
          </p:cNvSpPr>
          <p:nvPr/>
        </p:nvSpPr>
        <p:spPr bwMode="auto">
          <a:xfrm>
            <a:off x="4419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fr-FR"/>
          </a:p>
        </p:txBody>
      </p:sp>
    </p:spTree>
    <p:extLst>
      <p:ext uri="{BB962C8B-B14F-4D97-AF65-F5344CB8AC3E}">
        <p14:creationId xmlns:p14="http://schemas.microsoft.com/office/powerpoint/2010/main" val="85714278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5" name="TextShape 1"/>
          <p:cNvSpPr txBox="1"/>
          <p:nvPr/>
        </p:nvSpPr>
        <p:spPr>
          <a:xfrm>
            <a:off x="457200" y="274680"/>
            <a:ext cx="8229240" cy="1142640"/>
          </a:xfrm>
          <a:prstGeom prst="rect">
            <a:avLst/>
          </a:prstGeom>
          <a:noFill/>
          <a:ln w="0">
            <a:noFill/>
          </a:ln>
        </p:spPr>
        <p:txBody>
          <a:bodyPr lIns="0" tIns="0" rIns="0" bIns="0">
            <a:noAutofit/>
          </a:bodyPr>
          <a:lstStyle/>
          <a:p>
            <a:r>
              <a:rPr lang="fr-FR" sz="3200" b="0" strike="noStrike" spc="-1">
                <a:solidFill>
                  <a:srgbClr val="376092"/>
                </a:solidFill>
                <a:latin typeface="Arial"/>
              </a:rPr>
              <a:t>Bilan de la journée</a:t>
            </a:r>
            <a:endParaRPr lang="en-US" sz="3200" b="0" strike="noStrike" spc="-1">
              <a:solidFill>
                <a:srgbClr val="376092"/>
              </a:solidFill>
              <a:latin typeface="Arial"/>
            </a:endParaRPr>
          </a:p>
        </p:txBody>
      </p:sp>
      <p:sp>
        <p:nvSpPr>
          <p:cNvPr id="186" name="TextShape 2"/>
          <p:cNvSpPr txBox="1"/>
          <p:nvPr/>
        </p:nvSpPr>
        <p:spPr>
          <a:xfrm>
            <a:off x="457200" y="1600200"/>
            <a:ext cx="8229240" cy="5253840"/>
          </a:xfrm>
          <a:prstGeom prst="rect">
            <a:avLst/>
          </a:prstGeom>
          <a:noFill/>
          <a:ln w="0">
            <a:noFill/>
          </a:ln>
        </p:spPr>
        <p:txBody>
          <a:bodyPr lIns="0" tIns="0" rIns="0" bIns="0">
            <a:noAutofit/>
          </a:bodyPr>
          <a:lstStyle/>
          <a:p>
            <a:pPr marL="432000" indent="-324000">
              <a:spcAft>
                <a:spcPts val="1060"/>
              </a:spcAft>
              <a:buClr>
                <a:srgbClr val="000000"/>
              </a:buClr>
              <a:buSzPct val="45000"/>
              <a:buFont typeface="Wingdings" charset="2"/>
              <a:buChar char=""/>
            </a:pPr>
            <a:r>
              <a:rPr lang="fr-FR" sz="2400" b="0" strike="noStrike" spc="-1" dirty="0">
                <a:solidFill>
                  <a:srgbClr val="376092"/>
                </a:solidFill>
                <a:latin typeface="Arial"/>
              </a:rPr>
              <a:t>Résumé des notions abordées.</a:t>
            </a:r>
            <a:endParaRPr lang="en-US" sz="2400" b="0" strike="noStrike" spc="-1" dirty="0">
              <a:solidFill>
                <a:srgbClr val="376092"/>
              </a:solidFill>
              <a:latin typeface="Arial"/>
            </a:endParaRPr>
          </a:p>
          <a:p>
            <a:pPr marL="432000" indent="-324000">
              <a:spcAft>
                <a:spcPts val="1060"/>
              </a:spcAft>
              <a:buClr>
                <a:srgbClr val="000000"/>
              </a:buClr>
              <a:buSzPct val="45000"/>
              <a:buFont typeface="Wingdings" charset="2"/>
              <a:buChar char=""/>
            </a:pPr>
            <a:r>
              <a:rPr lang="fr-FR" sz="2400" b="0" strike="noStrike" spc="-1" dirty="0">
                <a:solidFill>
                  <a:srgbClr val="376092"/>
                </a:solidFill>
                <a:latin typeface="Arial"/>
              </a:rPr>
              <a:t>Questions.</a:t>
            </a:r>
            <a:endParaRPr lang="en-US" sz="2400" b="0" strike="noStrike" spc="-1" dirty="0">
              <a:solidFill>
                <a:srgbClr val="376092"/>
              </a:solidFill>
              <a:latin typeface="Arial"/>
            </a:endParaRPr>
          </a:p>
          <a:p>
            <a:pPr marL="432000" indent="-324000">
              <a:spcAft>
                <a:spcPts val="1060"/>
              </a:spcAft>
              <a:buClr>
                <a:srgbClr val="000000"/>
              </a:buClr>
              <a:buSzPct val="45000"/>
              <a:buFont typeface="Wingdings" charset="2"/>
              <a:buChar char=""/>
            </a:pPr>
            <a:r>
              <a:rPr lang="fr-FR" sz="2400" b="0" strike="noStrike" spc="-1" dirty="0">
                <a:solidFill>
                  <a:srgbClr val="376092"/>
                </a:solidFill>
                <a:latin typeface="Arial"/>
              </a:rPr>
              <a:t>Difficultés particulières ?</a:t>
            </a:r>
            <a:endParaRPr lang="en-US" sz="2400" b="0" strike="noStrike" spc="-1" dirty="0">
              <a:solidFill>
                <a:srgbClr val="376092"/>
              </a:solidFill>
              <a:latin typeface="Arial"/>
            </a:endParaRPr>
          </a:p>
          <a:p>
            <a:pPr marL="1022400" lvl="2">
              <a:spcAft>
                <a:spcPts val="1060"/>
              </a:spcAft>
              <a:buClr>
                <a:srgbClr val="000000"/>
              </a:buClr>
              <a:buSzPct val="45000"/>
            </a:pPr>
            <a:r>
              <a:rPr lang="fr-FR" sz="2400" spc="-1" dirty="0">
                <a:solidFill>
                  <a:srgbClr val="376092"/>
                </a:solidFill>
                <a:latin typeface="Arial"/>
              </a:rPr>
              <a:t>				</a:t>
            </a:r>
            <a:endParaRPr lang="en-US" sz="2400" b="0" strike="noStrike" spc="-1" dirty="0">
              <a:solidFill>
                <a:srgbClr val="376092"/>
              </a:solidFill>
              <a:latin typeface="Arial"/>
            </a:endParaRPr>
          </a:p>
          <a:p>
            <a:pPr marL="1296000" lvl="2" indent="-288000">
              <a:spcAft>
                <a:spcPts val="850"/>
              </a:spcAft>
              <a:buClr>
                <a:srgbClr val="000000"/>
              </a:buClr>
              <a:buSzPct val="75000"/>
              <a:buFont typeface="Symbol" charset="2"/>
              <a:buChar char=""/>
            </a:pPr>
            <a:endParaRPr lang="en-US" sz="2400" b="0" strike="noStrike" spc="-1" dirty="0">
              <a:solidFill>
                <a:srgbClr val="376092"/>
              </a:solidFill>
              <a:latin typeface="Calibri"/>
            </a:endParaRP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DejaVu Sans"/>
        <a:cs typeface="DejaVu Sans"/>
      </a:majorFont>
      <a:minorFont>
        <a:latin typeface="Arial"/>
        <a:ea typeface="DejaVu Sans"/>
        <a:cs typeface="DejaVu Sans"/>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miter/>
        </a:ln>
        <a:ln w="25400" cap="flat" cmpd="sng" algn="ctr">
          <a:solidFill>
            <a:schemeClr val="phClr"/>
          </a:solidFill>
          <a:prstDash val="solid"/>
          <a:miter/>
        </a:ln>
        <a:ln w="38100" cap="flat" cmpd="sng" algn="ctr">
          <a:solidFill>
            <a:schemeClr val="phClr"/>
          </a:solidFill>
          <a:prstDash val="solid"/>
          <a:miter/>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DejaVu Sans"/>
        <a:cs typeface="DejaVu Sans"/>
      </a:majorFont>
      <a:minorFont>
        <a:latin typeface="Arial"/>
        <a:ea typeface="DejaVu Sans"/>
        <a:cs typeface="DejaVu Sans"/>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miter/>
        </a:ln>
        <a:ln w="25400" cap="flat" cmpd="sng" algn="ctr">
          <a:solidFill>
            <a:schemeClr val="phClr"/>
          </a:solidFill>
          <a:prstDash val="solid"/>
          <a:miter/>
        </a:ln>
        <a:ln w="38100" cap="flat" cmpd="sng" algn="ctr">
          <a:solidFill>
            <a:schemeClr val="phClr"/>
          </a:solidFill>
          <a:prstDash val="solid"/>
          <a:miter/>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DejaVu Sans"/>
        <a:cs typeface="DejaVu Sans"/>
      </a:majorFont>
      <a:minorFont>
        <a:latin typeface="Arial"/>
        <a:ea typeface="DejaVu Sans"/>
        <a:cs typeface="DejaVu Sans"/>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miter/>
        </a:ln>
        <a:ln w="25400" cap="flat" cmpd="sng" algn="ctr">
          <a:solidFill>
            <a:schemeClr val="phClr"/>
          </a:solidFill>
          <a:prstDash val="solid"/>
          <a:miter/>
        </a:ln>
        <a:ln w="38100" cap="flat" cmpd="sng" algn="ctr">
          <a:solidFill>
            <a:schemeClr val="phClr"/>
          </a:solidFill>
          <a:prstDash val="solid"/>
          <a:miter/>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4.xml><?xml version="1.0" encoding="utf-8"?>
<a:theme xmlns:a="http://schemas.openxmlformats.org/drawingml/2006/main" name="Thèm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5765</TotalTime>
  <Words>852</Words>
  <Application>Microsoft Office PowerPoint</Application>
  <PresentationFormat>Affichage à l'écran (4:3)</PresentationFormat>
  <Paragraphs>150</Paragraphs>
  <Slides>11</Slides>
  <Notes>0</Notes>
  <HiddenSlides>0</HiddenSlides>
  <MMClips>0</MMClips>
  <ScaleCrop>false</ScaleCrop>
  <HeadingPairs>
    <vt:vector size="6" baseType="variant">
      <vt:variant>
        <vt:lpstr>Polices utilisées</vt:lpstr>
      </vt:variant>
      <vt:variant>
        <vt:i4>6</vt:i4>
      </vt:variant>
      <vt:variant>
        <vt:lpstr>Thème</vt:lpstr>
      </vt:variant>
      <vt:variant>
        <vt:i4>3</vt:i4>
      </vt:variant>
      <vt:variant>
        <vt:lpstr>Titres des diapositives</vt:lpstr>
      </vt:variant>
      <vt:variant>
        <vt:i4>11</vt:i4>
      </vt:variant>
    </vt:vector>
  </HeadingPairs>
  <TitlesOfParts>
    <vt:vector size="20" baseType="lpstr">
      <vt:lpstr>Arial</vt:lpstr>
      <vt:lpstr>Calibri</vt:lpstr>
      <vt:lpstr>Cambria Math</vt:lpstr>
      <vt:lpstr>Symbol</vt:lpstr>
      <vt:lpstr>Times New Roman</vt:lpstr>
      <vt:lpstr>Wingdings</vt:lpstr>
      <vt:lpstr>Office Theme</vt:lpstr>
      <vt:lpstr>Office Theme</vt:lpstr>
      <vt:lpstr>Office Theme</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1-0020 - Template - Clean Wavy (blue)</dc:title>
  <dc:subject/>
  <dc:creator/>
  <dc:description>Free template released by Showeet.</dc:description>
  <cp:lastModifiedBy>SCHLEGEL Philippe</cp:lastModifiedBy>
  <cp:revision>256</cp:revision>
  <dcterms:created xsi:type="dcterms:W3CDTF">2012-01-17T22:15:29Z</dcterms:created>
  <dcterms:modified xsi:type="dcterms:W3CDTF">2025-04-18T07:17:56Z</dcterms:modified>
  <dc:language>fr-FR</dc:language>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ategory">
    <vt:lpwstr>Templates</vt:lpwstr>
  </property>
  <property fmtid="{D5CDD505-2E9C-101B-9397-08002B2CF9AE}" pid="3" name="Conditions of use">
    <vt:lpwstr>http://creativecommons.org/licenses/by-nd/3.0/</vt:lpwstr>
  </property>
  <property fmtid="{D5CDD505-2E9C-101B-9397-08002B2CF9AE}" pid="4" name="Copyright">
    <vt:lpwstr>© Copyright Showeet.com</vt:lpwstr>
  </property>
  <property fmtid="{D5CDD505-2E9C-101B-9397-08002B2CF9AE}" pid="5" name="ID">
    <vt:lpwstr>#1-0020</vt:lpwstr>
  </property>
  <property fmtid="{D5CDD505-2E9C-101B-9397-08002B2CF9AE}" pid="6" name="Source">
    <vt:lpwstr>http://www.showeet.com</vt:lpwstr>
  </property>
</Properties>
</file>