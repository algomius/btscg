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10"/>
  </p:notesMasterIdLst>
  <p:sldIdLst>
    <p:sldId id="256" r:id="rId4"/>
    <p:sldId id="257" r:id="rId5"/>
    <p:sldId id="343" r:id="rId6"/>
    <p:sldId id="383" r:id="rId7"/>
    <p:sldId id="382" r:id="rId8"/>
    <p:sldId id="281" r:id="rId9"/>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712" autoAdjust="0"/>
  </p:normalViewPr>
  <p:slideViewPr>
    <p:cSldViewPr snapToGrid="0">
      <p:cViewPr varScale="1">
        <p:scale>
          <a:sx n="152" d="100"/>
          <a:sy n="152" d="100"/>
        </p:scale>
        <p:origin x="2064" y="150"/>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19/09/2024</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hyperlink" Target="https://www.algomius.fr/" TargetMode="Externa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30953"/>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Mathématique</a:t>
            </a:r>
          </a:p>
          <a:p>
            <a:pPr algn="r"/>
            <a:r>
              <a:rPr lang="fr-FR" sz="4400" spc="-1" dirty="0">
                <a:solidFill>
                  <a:srgbClr val="376092"/>
                </a:solidFill>
                <a:latin typeface="Arial"/>
              </a:rPr>
              <a:t>Présentation générale</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spc="-1" dirty="0">
                <a:solidFill>
                  <a:srgbClr val="999999"/>
                </a:solidFill>
                <a:latin typeface="Arial"/>
              </a:rPr>
              <a:t>BTS CG</a:t>
            </a:r>
            <a:endParaRPr lang="en-US" sz="2400" b="0" strike="noStrike" spc="-1" dirty="0">
              <a:solidFill>
                <a:srgbClr val="999999"/>
              </a:solidFill>
              <a:latin typeface="Arial"/>
            </a:endParaRPr>
          </a:p>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Bienvenue</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Présentation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Ressources</a:t>
            </a:r>
            <a:endParaRPr lang="fr-FR"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Aperçu du programme</a:t>
            </a:r>
          </a:p>
          <a:p>
            <a:pPr marL="82800">
              <a:spcAft>
                <a:spcPts val="1134"/>
              </a:spcAft>
              <a:buClr>
                <a:srgbClr val="000000"/>
              </a:buClr>
              <a:buSzPct val="45000"/>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Présentation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Qui est devant vous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Qui êtes</a:t>
            </a:r>
            <a:r>
              <a:rPr lang="fr-FR" sz="2400" spc="-1" dirty="0">
                <a:solidFill>
                  <a:srgbClr val="376092"/>
                </a:solidFill>
                <a:latin typeface="Arial"/>
              </a:rPr>
              <a:t>-</a:t>
            </a:r>
            <a:r>
              <a:rPr lang="fr-FR" sz="2400" b="0" strike="noStrike" spc="-1" dirty="0">
                <a:solidFill>
                  <a:srgbClr val="376092"/>
                </a:solidFill>
                <a:latin typeface="Arial"/>
              </a:rPr>
              <a:t>vous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De quelle formation venez-vous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Qu’aimez-vous dans votre formation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Votre relation avec les mathématiques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coup de cœur pour Excel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film, un jeu vidéo, une série à conseiller ?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Faire un point sur le matériel à disposition notamment pour Excel.</a:t>
            </a: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Ressources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Documents fournis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Présentation Powerpoint</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Correction des exercices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Informations supplémentaires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Site web : </a:t>
            </a:r>
            <a:r>
              <a:rPr lang="fr-FR" sz="2400" spc="-1" dirty="0">
                <a:solidFill>
                  <a:srgbClr val="376092"/>
                </a:solidFill>
                <a:latin typeface="Arial"/>
                <a:hlinkClick r:id="rId2"/>
              </a:rPr>
              <a:t>https://www.algomius.fr</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Chaine </a:t>
            </a:r>
            <a:r>
              <a:rPr lang="fr-FR" sz="2400" spc="-1" dirty="0" err="1">
                <a:solidFill>
                  <a:srgbClr val="376092"/>
                </a:solidFill>
                <a:latin typeface="Arial"/>
              </a:rPr>
              <a:t>Youtube</a:t>
            </a:r>
            <a:r>
              <a:rPr lang="fr-FR" sz="2400" spc="-1" dirty="0">
                <a:solidFill>
                  <a:srgbClr val="376092"/>
                </a:solidFill>
                <a:latin typeface="Arial"/>
              </a:rPr>
              <a:t> : </a:t>
            </a:r>
            <a:r>
              <a:rPr lang="fr-FR" sz="2400" spc="-1" dirty="0" err="1">
                <a:solidFill>
                  <a:srgbClr val="376092"/>
                </a:solidFill>
                <a:latin typeface="Arial"/>
              </a:rPr>
              <a:t>Algomius</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Pas encore </a:t>
            </a:r>
            <a:r>
              <a:rPr lang="fr-FR" sz="2400" spc="-1" dirty="0">
                <a:solidFill>
                  <a:srgbClr val="376092"/>
                </a:solidFill>
                <a:latin typeface="Arial"/>
              </a:rPr>
              <a:t>toutes les</a:t>
            </a:r>
            <a:r>
              <a:rPr lang="fr-FR" sz="2400" b="0" strike="noStrike" spc="-1" dirty="0">
                <a:solidFill>
                  <a:srgbClr val="376092"/>
                </a:solidFill>
                <a:latin typeface="Arial"/>
              </a:rPr>
              <a:t> ressources destinées au BTS CG mais le contenu va s’ajouter pendant l’année</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84508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Le programme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Traitement de l'information chiffrée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des propositions et des prédicats (logique)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Statistiques descriptives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Phénomènes exponentiels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Suite géométrique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Mathématiques financières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Etudes de quelques fonctions de référence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Probabilité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Loi discrète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Loi continue</a:t>
            </a: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93265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Sujet à aborder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5861</TotalTime>
  <Words>162</Words>
  <Application>Microsoft Office PowerPoint</Application>
  <PresentationFormat>Affichage à l'écran (4:3)</PresentationFormat>
  <Paragraphs>55</Paragraphs>
  <Slides>6</Slides>
  <Notes>0</Notes>
  <HiddenSlides>0</HiddenSlides>
  <MMClips>0</MMClips>
  <ScaleCrop>false</ScaleCrop>
  <HeadingPairs>
    <vt:vector size="6" baseType="variant">
      <vt:variant>
        <vt:lpstr>Polices utilisées</vt:lpstr>
      </vt:variant>
      <vt:variant>
        <vt:i4>5</vt:i4>
      </vt:variant>
      <vt:variant>
        <vt:lpstr>Thème</vt:lpstr>
      </vt:variant>
      <vt:variant>
        <vt:i4>3</vt:i4>
      </vt:variant>
      <vt:variant>
        <vt:lpstr>Titres des diapositives</vt:lpstr>
      </vt:variant>
      <vt:variant>
        <vt:i4>6</vt:i4>
      </vt:variant>
    </vt:vector>
  </HeadingPairs>
  <TitlesOfParts>
    <vt:vector size="14" baseType="lpstr">
      <vt:lpstr>Arial</vt:lpstr>
      <vt:lpstr>Calibri</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277</cp:revision>
  <dcterms:created xsi:type="dcterms:W3CDTF">2012-01-17T22:15:29Z</dcterms:created>
  <dcterms:modified xsi:type="dcterms:W3CDTF">2024-09-19T19:34:43Z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