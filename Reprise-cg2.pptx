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9"/>
  </p:notesMasterIdLst>
  <p:sldIdLst>
    <p:sldId id="256" r:id="rId4"/>
    <p:sldId id="383" r:id="rId5"/>
    <p:sldId id="382" r:id="rId6"/>
    <p:sldId id="384" r:id="rId7"/>
    <p:sldId id="281" r:id="rId8"/>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56" d="100"/>
          <a:sy n="156" d="100"/>
        </p:scale>
        <p:origin x="1944"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22/08/2025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hyperlink" Target="https://www.algomius.fr/" TargetMode="Externa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30953"/>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Mathématique</a:t>
            </a:r>
          </a:p>
          <a:p>
            <a:pPr algn="r"/>
            <a:r>
              <a:rPr lang="fr-FR" sz="4400" spc="-1" dirty="0">
                <a:solidFill>
                  <a:srgbClr val="376092"/>
                </a:solidFill>
                <a:latin typeface="Arial"/>
              </a:rPr>
              <a:t>Présentation générale</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spc="-1" dirty="0">
                <a:solidFill>
                  <a:srgbClr val="999999"/>
                </a:solidFill>
                <a:latin typeface="Arial"/>
              </a:rPr>
              <a:t>BTS CG</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Ressources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Documents fournis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Présentation Powerpoint dans Galia</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Correction des exercices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Informations supplémentaires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Site web : </a:t>
            </a:r>
            <a:r>
              <a:rPr lang="fr-FR" sz="2400" spc="-1" dirty="0">
                <a:solidFill>
                  <a:srgbClr val="376092"/>
                </a:solidFill>
                <a:latin typeface="Arial"/>
                <a:hlinkClick r:id="rId2"/>
              </a:rPr>
              <a:t>https://www.algomius.fr</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Chaine </a:t>
            </a:r>
            <a:r>
              <a:rPr lang="fr-FR" sz="2400" spc="-1" dirty="0" err="1">
                <a:solidFill>
                  <a:srgbClr val="376092"/>
                </a:solidFill>
                <a:latin typeface="Arial"/>
              </a:rPr>
              <a:t>Youtube</a:t>
            </a:r>
            <a:r>
              <a:rPr lang="fr-FR" sz="2400" spc="-1" dirty="0">
                <a:solidFill>
                  <a:srgbClr val="376092"/>
                </a:solidFill>
                <a:latin typeface="Arial"/>
              </a:rPr>
              <a:t> : </a:t>
            </a:r>
            <a:r>
              <a:rPr lang="fr-FR" sz="2400" spc="-1" dirty="0" err="1">
                <a:solidFill>
                  <a:srgbClr val="376092"/>
                </a:solidFill>
                <a:latin typeface="Arial"/>
              </a:rPr>
              <a:t>Algomius</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Pas encore </a:t>
            </a:r>
            <a:r>
              <a:rPr lang="fr-FR" sz="2400" spc="-1" dirty="0">
                <a:solidFill>
                  <a:srgbClr val="376092"/>
                </a:solidFill>
                <a:latin typeface="Arial"/>
              </a:rPr>
              <a:t>toutes les</a:t>
            </a:r>
            <a:r>
              <a:rPr lang="fr-FR" sz="2400" b="0" strike="noStrike" spc="-1" dirty="0">
                <a:solidFill>
                  <a:srgbClr val="376092"/>
                </a:solidFill>
                <a:latin typeface="Arial"/>
              </a:rPr>
              <a:t> ressources destinées au BTS CG2 mais le contenu va s’ajouter pendant l’année</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4508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Le programme de la première année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Traitement de l'information chiffrée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Séries statistiques à 1 variable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Séries statistiques à 2 variables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Suites arithmétiques et géométriques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Mathématiques financières (valeur acquise, tableau d'amortissement).</a:t>
            </a: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93265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57EAA-604D-CB75-495C-E8C7715B0B35}"/>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6F69AF7B-3267-AE92-92F4-F802D6E0D62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Le programme de la seconde année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12153B96-E11A-78BE-7E05-C1F27DECCD75}"/>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Fonctions de référence (affine, polynôme, log, </a:t>
            </a:r>
            <a:r>
              <a:rPr lang="fr-FR" sz="2400" spc="-1" dirty="0" err="1">
                <a:solidFill>
                  <a:srgbClr val="376092"/>
                </a:solidFill>
                <a:latin typeface="Arial"/>
              </a:rPr>
              <a:t>exp</a:t>
            </a: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Probabilités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Conditionnement et indépendance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 de loi discrète (loi binomiale)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 de loi à densité (loi normale)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Approximation d'une loi binomiale par une loi normale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Théorème de </a:t>
            </a:r>
            <a:r>
              <a:rPr lang="fr-FR" sz="2400" spc="-1">
                <a:solidFill>
                  <a:srgbClr val="376092"/>
                </a:solidFill>
                <a:latin typeface="Arial"/>
              </a:rPr>
              <a:t>la limite centrée</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Tableau croisés dynamiques</a:t>
            </a: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ED6210AF-C170-7B09-096F-F7805C0F71C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255295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Sujet à aborder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5869</TotalTime>
  <Words>156</Words>
  <Application>Microsoft Office PowerPoint</Application>
  <PresentationFormat>Affichage à l'écran (4:3)</PresentationFormat>
  <Paragraphs>46</Paragraphs>
  <Slides>5</Slides>
  <Notes>0</Notes>
  <HiddenSlides>0</HiddenSlides>
  <MMClips>0</MMClips>
  <ScaleCrop>false</ScaleCrop>
  <HeadingPairs>
    <vt:vector size="6" baseType="variant">
      <vt:variant>
        <vt:lpstr>Polices utilisées</vt:lpstr>
      </vt:variant>
      <vt:variant>
        <vt:i4>5</vt:i4>
      </vt:variant>
      <vt:variant>
        <vt:lpstr>Thème</vt:lpstr>
      </vt:variant>
      <vt:variant>
        <vt:i4>3</vt:i4>
      </vt:variant>
      <vt:variant>
        <vt:lpstr>Titres des diapositives</vt:lpstr>
      </vt:variant>
      <vt:variant>
        <vt:i4>5</vt:i4>
      </vt:variant>
    </vt:vector>
  </HeadingPairs>
  <TitlesOfParts>
    <vt:vector size="13" baseType="lpstr">
      <vt:lpstr>Arial</vt:lpstr>
      <vt:lpstr>Calibri</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278</cp:revision>
  <dcterms:created xsi:type="dcterms:W3CDTF">2012-01-17T22:15:29Z</dcterms:created>
  <dcterms:modified xsi:type="dcterms:W3CDTF">2025-08-22T07:26:36Z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